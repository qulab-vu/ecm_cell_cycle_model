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7" r:id="rId2"/>
    <p:sldId id="258" r:id="rId3"/>
    <p:sldId id="260" r:id="rId4"/>
    <p:sldId id="259" r:id="rId5"/>
    <p:sldId id="261" r:id="rId6"/>
    <p:sldId id="262" r:id="rId7"/>
  </p:sldIdLst>
  <p:sldSz cx="7772400" cy="1005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AA3E"/>
    <a:srgbClr val="E73234"/>
    <a:srgbClr val="4AAE47"/>
    <a:srgbClr val="2D78B5"/>
    <a:srgbClr val="9547A0"/>
    <a:srgbClr val="B3B0D4"/>
    <a:srgbClr val="A293C6"/>
    <a:srgbClr val="C6C3DF"/>
    <a:srgbClr val="D7D7EA"/>
    <a:srgbClr val="9774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21" autoAdjust="0"/>
    <p:restoredTop sz="94660"/>
  </p:normalViewPr>
  <p:slideViewPr>
    <p:cSldViewPr snapToGrid="0">
      <p:cViewPr varScale="1">
        <p:scale>
          <a:sx n="72" d="100"/>
          <a:sy n="72" d="100"/>
        </p:scale>
        <p:origin x="27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119ED7-360D-4931-A85B-19AFC948917E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643905-503A-4BC6-B814-C3A63277B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80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643905-503A-4BC6-B814-C3A63277BE3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27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Combination </a:t>
            </a:r>
            <a:r>
              <a:rPr lang="en-US" i="1" dirty="0"/>
              <a:t>in</a:t>
            </a:r>
            <a:r>
              <a:rPr lang="en-US" i="1" baseline="0" dirty="0"/>
              <a:t> vitro / in silico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643905-503A-4BC6-B814-C3A63277BE3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76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6953B-C9E2-4CA9-9084-4C9288FDC771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FA001-E93C-424E-8F25-7481343F2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32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6953B-C9E2-4CA9-9084-4C9288FDC771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FA001-E93C-424E-8F25-7481343F2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68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6953B-C9E2-4CA9-9084-4C9288FDC771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FA001-E93C-424E-8F25-7481343F2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743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6953B-C9E2-4CA9-9084-4C9288FDC771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FA001-E93C-424E-8F25-7481343F2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21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6953B-C9E2-4CA9-9084-4C9288FDC771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FA001-E93C-424E-8F25-7481343F2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611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6953B-C9E2-4CA9-9084-4C9288FDC771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FA001-E93C-424E-8F25-7481343F2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435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6953B-C9E2-4CA9-9084-4C9288FDC771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FA001-E93C-424E-8F25-7481343F2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847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6953B-C9E2-4CA9-9084-4C9288FDC771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FA001-E93C-424E-8F25-7481343F2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09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6953B-C9E2-4CA9-9084-4C9288FDC771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FA001-E93C-424E-8F25-7481343F2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54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6953B-C9E2-4CA9-9084-4C9288FDC771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FA001-E93C-424E-8F25-7481343F2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347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6953B-C9E2-4CA9-9084-4C9288FDC771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FA001-E93C-424E-8F25-7481343F2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303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6953B-C9E2-4CA9-9084-4C9288FDC771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FA001-E93C-424E-8F25-7481343F2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418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if"/><Relationship Id="rId7" Type="http://schemas.openxmlformats.org/officeDocument/2006/relationships/image" Target="../media/image34.png"/><Relationship Id="rId2" Type="http://schemas.openxmlformats.org/officeDocument/2006/relationships/image" Target="../media/image29.t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tif"/><Relationship Id="rId4" Type="http://schemas.openxmlformats.org/officeDocument/2006/relationships/image" Target="../media/image31.ti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0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0594" y="6260164"/>
            <a:ext cx="3445405" cy="2152843"/>
          </a:xfrm>
          <a:prstGeom prst="rect">
            <a:avLst/>
          </a:prstGeom>
        </p:spPr>
      </p:pic>
      <p:pic>
        <p:nvPicPr>
          <p:cNvPr id="92" name="Picture 9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632" y="3743421"/>
            <a:ext cx="3445405" cy="2152843"/>
          </a:xfrm>
          <a:prstGeom prst="rect">
            <a:avLst/>
          </a:prstGeom>
        </p:spPr>
      </p:pic>
      <p:pic>
        <p:nvPicPr>
          <p:cNvPr id="93" name="Picture 9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0595" y="3737194"/>
            <a:ext cx="3445405" cy="2152843"/>
          </a:xfrm>
          <a:prstGeom prst="rect">
            <a:avLst/>
          </a:prstGeom>
        </p:spPr>
      </p:pic>
      <p:pic>
        <p:nvPicPr>
          <p:cNvPr id="94" name="Picture 9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51" y="6260164"/>
            <a:ext cx="3445405" cy="215284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8245" y="1838852"/>
            <a:ext cx="1952561" cy="174622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1654" y="844109"/>
            <a:ext cx="5226564" cy="763551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1025716" y="1651730"/>
            <a:ext cx="1418422" cy="1601866"/>
            <a:chOff x="1292874" y="1048098"/>
            <a:chExt cx="1418422" cy="1601866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C46A4D9-9390-4CB1-99C5-C1AD3EC21E9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339002" y="1093003"/>
              <a:ext cx="1372294" cy="1556961"/>
              <a:chOff x="2886933" y="-175928"/>
              <a:chExt cx="5487045" cy="6225425"/>
            </a:xfrm>
          </p:grpSpPr>
          <p:sp>
            <p:nvSpPr>
              <p:cNvPr id="26" name="Freeform: Shape 12">
                <a:extLst>
                  <a:ext uri="{FF2B5EF4-FFF2-40B4-BE49-F238E27FC236}">
                    <a16:creationId xmlns:a16="http://schemas.microsoft.com/office/drawing/2014/main" id="{E30E7DAF-0EF5-4DB1-A22B-1E178C9A9F35}"/>
                  </a:ext>
                </a:extLst>
              </p:cNvPr>
              <p:cNvSpPr/>
              <p:nvPr/>
            </p:nvSpPr>
            <p:spPr>
              <a:xfrm>
                <a:off x="4127039" y="-175928"/>
                <a:ext cx="2341026" cy="4079441"/>
              </a:xfrm>
              <a:custGeom>
                <a:avLst/>
                <a:gdLst>
                  <a:gd name="connsiteX0" fmla="*/ 1003274 w 2305915"/>
                  <a:gd name="connsiteY0" fmla="*/ 108551 h 4079441"/>
                  <a:gd name="connsiteX1" fmla="*/ 1099526 w 2305915"/>
                  <a:gd name="connsiteY1" fmla="*/ 320307 h 4079441"/>
                  <a:gd name="connsiteX2" fmla="*/ 1147653 w 2305915"/>
                  <a:gd name="connsiteY2" fmla="*/ 2803625 h 4079441"/>
                  <a:gd name="connsiteX3" fmla="*/ 1118777 w 2305915"/>
                  <a:gd name="connsiteY3" fmla="*/ 3053882 h 4079441"/>
                  <a:gd name="connsiteX4" fmla="*/ 984023 w 2305915"/>
                  <a:gd name="connsiteY4" fmla="*/ 3207886 h 4079441"/>
                  <a:gd name="connsiteX5" fmla="*/ 762642 w 2305915"/>
                  <a:gd name="connsiteY5" fmla="*/ 3361890 h 4079441"/>
                  <a:gd name="connsiteX6" fmla="*/ 2246 w 2305915"/>
                  <a:gd name="connsiteY6" fmla="*/ 4074160 h 4079441"/>
                  <a:gd name="connsiteX7" fmla="*/ 1032150 w 2305915"/>
                  <a:gd name="connsiteY7" fmla="*/ 3669899 h 4079441"/>
                  <a:gd name="connsiteX8" fmla="*/ 1292032 w 2305915"/>
                  <a:gd name="connsiteY8" fmla="*/ 3361890 h 4079441"/>
                  <a:gd name="connsiteX9" fmla="*/ 1292032 w 2305915"/>
                  <a:gd name="connsiteY9" fmla="*/ 3361890 h 4079441"/>
                  <a:gd name="connsiteX10" fmla="*/ 1446036 w 2305915"/>
                  <a:gd name="connsiteY10" fmla="*/ 3342640 h 4079441"/>
                  <a:gd name="connsiteX11" fmla="*/ 1609665 w 2305915"/>
                  <a:gd name="connsiteY11" fmla="*/ 3438892 h 4079441"/>
                  <a:gd name="connsiteX12" fmla="*/ 2302684 w 2305915"/>
                  <a:gd name="connsiteY12" fmla="*/ 3795027 h 4079441"/>
                  <a:gd name="connsiteX13" fmla="*/ 1859922 w 2305915"/>
                  <a:gd name="connsiteY13" fmla="*/ 3111633 h 4079441"/>
                  <a:gd name="connsiteX14" fmla="*/ 1638541 w 2305915"/>
                  <a:gd name="connsiteY14" fmla="*/ 3025006 h 4079441"/>
                  <a:gd name="connsiteX15" fmla="*/ 1551914 w 2305915"/>
                  <a:gd name="connsiteY15" fmla="*/ 2899877 h 4079441"/>
                  <a:gd name="connsiteX16" fmla="*/ 1551914 w 2305915"/>
                  <a:gd name="connsiteY16" fmla="*/ 310682 h 4079441"/>
                  <a:gd name="connsiteX17" fmla="*/ 1677042 w 2305915"/>
                  <a:gd name="connsiteY17" fmla="*/ 89301 h 4079441"/>
                  <a:gd name="connsiteX0" fmla="*/ 1003228 w 2305869"/>
                  <a:gd name="connsiteY0" fmla="*/ 108551 h 4079441"/>
                  <a:gd name="connsiteX1" fmla="*/ 1099480 w 2305869"/>
                  <a:gd name="connsiteY1" fmla="*/ 320307 h 4079441"/>
                  <a:gd name="connsiteX2" fmla="*/ 1147607 w 2305869"/>
                  <a:gd name="connsiteY2" fmla="*/ 2803625 h 4079441"/>
                  <a:gd name="connsiteX3" fmla="*/ 1118731 w 2305869"/>
                  <a:gd name="connsiteY3" fmla="*/ 3053882 h 4079441"/>
                  <a:gd name="connsiteX4" fmla="*/ 897349 w 2305869"/>
                  <a:gd name="connsiteY4" fmla="*/ 3275263 h 4079441"/>
                  <a:gd name="connsiteX5" fmla="*/ 762596 w 2305869"/>
                  <a:gd name="connsiteY5" fmla="*/ 3361890 h 4079441"/>
                  <a:gd name="connsiteX6" fmla="*/ 2200 w 2305869"/>
                  <a:gd name="connsiteY6" fmla="*/ 4074160 h 4079441"/>
                  <a:gd name="connsiteX7" fmla="*/ 1032104 w 2305869"/>
                  <a:gd name="connsiteY7" fmla="*/ 3669899 h 4079441"/>
                  <a:gd name="connsiteX8" fmla="*/ 1291986 w 2305869"/>
                  <a:gd name="connsiteY8" fmla="*/ 3361890 h 4079441"/>
                  <a:gd name="connsiteX9" fmla="*/ 1291986 w 2305869"/>
                  <a:gd name="connsiteY9" fmla="*/ 3361890 h 4079441"/>
                  <a:gd name="connsiteX10" fmla="*/ 1445990 w 2305869"/>
                  <a:gd name="connsiteY10" fmla="*/ 3342640 h 4079441"/>
                  <a:gd name="connsiteX11" fmla="*/ 1609619 w 2305869"/>
                  <a:gd name="connsiteY11" fmla="*/ 3438892 h 4079441"/>
                  <a:gd name="connsiteX12" fmla="*/ 2302638 w 2305869"/>
                  <a:gd name="connsiteY12" fmla="*/ 3795027 h 4079441"/>
                  <a:gd name="connsiteX13" fmla="*/ 1859876 w 2305869"/>
                  <a:gd name="connsiteY13" fmla="*/ 3111633 h 4079441"/>
                  <a:gd name="connsiteX14" fmla="*/ 1638495 w 2305869"/>
                  <a:gd name="connsiteY14" fmla="*/ 3025006 h 4079441"/>
                  <a:gd name="connsiteX15" fmla="*/ 1551868 w 2305869"/>
                  <a:gd name="connsiteY15" fmla="*/ 2899877 h 4079441"/>
                  <a:gd name="connsiteX16" fmla="*/ 1551868 w 2305869"/>
                  <a:gd name="connsiteY16" fmla="*/ 310682 h 4079441"/>
                  <a:gd name="connsiteX17" fmla="*/ 1676996 w 2305869"/>
                  <a:gd name="connsiteY17" fmla="*/ 89301 h 4079441"/>
                  <a:gd name="connsiteX0" fmla="*/ 1003228 w 2305869"/>
                  <a:gd name="connsiteY0" fmla="*/ 108551 h 4079441"/>
                  <a:gd name="connsiteX1" fmla="*/ 1099480 w 2305869"/>
                  <a:gd name="connsiteY1" fmla="*/ 320307 h 4079441"/>
                  <a:gd name="connsiteX2" fmla="*/ 1147607 w 2305869"/>
                  <a:gd name="connsiteY2" fmla="*/ 2803625 h 4079441"/>
                  <a:gd name="connsiteX3" fmla="*/ 1118731 w 2305869"/>
                  <a:gd name="connsiteY3" fmla="*/ 3082757 h 4079441"/>
                  <a:gd name="connsiteX4" fmla="*/ 897349 w 2305869"/>
                  <a:gd name="connsiteY4" fmla="*/ 3275263 h 4079441"/>
                  <a:gd name="connsiteX5" fmla="*/ 762596 w 2305869"/>
                  <a:gd name="connsiteY5" fmla="*/ 3361890 h 4079441"/>
                  <a:gd name="connsiteX6" fmla="*/ 2200 w 2305869"/>
                  <a:gd name="connsiteY6" fmla="*/ 4074160 h 4079441"/>
                  <a:gd name="connsiteX7" fmla="*/ 1032104 w 2305869"/>
                  <a:gd name="connsiteY7" fmla="*/ 3669899 h 4079441"/>
                  <a:gd name="connsiteX8" fmla="*/ 1291986 w 2305869"/>
                  <a:gd name="connsiteY8" fmla="*/ 3361890 h 4079441"/>
                  <a:gd name="connsiteX9" fmla="*/ 1291986 w 2305869"/>
                  <a:gd name="connsiteY9" fmla="*/ 3361890 h 4079441"/>
                  <a:gd name="connsiteX10" fmla="*/ 1445990 w 2305869"/>
                  <a:gd name="connsiteY10" fmla="*/ 3342640 h 4079441"/>
                  <a:gd name="connsiteX11" fmla="*/ 1609619 w 2305869"/>
                  <a:gd name="connsiteY11" fmla="*/ 3438892 h 4079441"/>
                  <a:gd name="connsiteX12" fmla="*/ 2302638 w 2305869"/>
                  <a:gd name="connsiteY12" fmla="*/ 3795027 h 4079441"/>
                  <a:gd name="connsiteX13" fmla="*/ 1859876 w 2305869"/>
                  <a:gd name="connsiteY13" fmla="*/ 3111633 h 4079441"/>
                  <a:gd name="connsiteX14" fmla="*/ 1638495 w 2305869"/>
                  <a:gd name="connsiteY14" fmla="*/ 3025006 h 4079441"/>
                  <a:gd name="connsiteX15" fmla="*/ 1551868 w 2305869"/>
                  <a:gd name="connsiteY15" fmla="*/ 2899877 h 4079441"/>
                  <a:gd name="connsiteX16" fmla="*/ 1551868 w 2305869"/>
                  <a:gd name="connsiteY16" fmla="*/ 310682 h 4079441"/>
                  <a:gd name="connsiteX17" fmla="*/ 1676996 w 2305869"/>
                  <a:gd name="connsiteY17" fmla="*/ 89301 h 4079441"/>
                  <a:gd name="connsiteX0" fmla="*/ 1003228 w 2305749"/>
                  <a:gd name="connsiteY0" fmla="*/ 108551 h 4079441"/>
                  <a:gd name="connsiteX1" fmla="*/ 1099480 w 2305749"/>
                  <a:gd name="connsiteY1" fmla="*/ 320307 h 4079441"/>
                  <a:gd name="connsiteX2" fmla="*/ 1147607 w 2305749"/>
                  <a:gd name="connsiteY2" fmla="*/ 2803625 h 4079441"/>
                  <a:gd name="connsiteX3" fmla="*/ 1118731 w 2305749"/>
                  <a:gd name="connsiteY3" fmla="*/ 3082757 h 4079441"/>
                  <a:gd name="connsiteX4" fmla="*/ 897349 w 2305749"/>
                  <a:gd name="connsiteY4" fmla="*/ 3275263 h 4079441"/>
                  <a:gd name="connsiteX5" fmla="*/ 762596 w 2305749"/>
                  <a:gd name="connsiteY5" fmla="*/ 3361890 h 4079441"/>
                  <a:gd name="connsiteX6" fmla="*/ 2200 w 2305749"/>
                  <a:gd name="connsiteY6" fmla="*/ 4074160 h 4079441"/>
                  <a:gd name="connsiteX7" fmla="*/ 1032104 w 2305749"/>
                  <a:gd name="connsiteY7" fmla="*/ 3669899 h 4079441"/>
                  <a:gd name="connsiteX8" fmla="*/ 1291986 w 2305749"/>
                  <a:gd name="connsiteY8" fmla="*/ 3361890 h 4079441"/>
                  <a:gd name="connsiteX9" fmla="*/ 1291986 w 2305749"/>
                  <a:gd name="connsiteY9" fmla="*/ 3361890 h 4079441"/>
                  <a:gd name="connsiteX10" fmla="*/ 1445990 w 2305749"/>
                  <a:gd name="connsiteY10" fmla="*/ 3342640 h 4079441"/>
                  <a:gd name="connsiteX11" fmla="*/ 1609619 w 2305749"/>
                  <a:gd name="connsiteY11" fmla="*/ 3438892 h 4079441"/>
                  <a:gd name="connsiteX12" fmla="*/ 2302638 w 2305749"/>
                  <a:gd name="connsiteY12" fmla="*/ 3795027 h 4079441"/>
                  <a:gd name="connsiteX13" fmla="*/ 1859876 w 2305749"/>
                  <a:gd name="connsiteY13" fmla="*/ 3111633 h 4079441"/>
                  <a:gd name="connsiteX14" fmla="*/ 1734748 w 2305749"/>
                  <a:gd name="connsiteY14" fmla="*/ 3150134 h 4079441"/>
                  <a:gd name="connsiteX15" fmla="*/ 1551868 w 2305749"/>
                  <a:gd name="connsiteY15" fmla="*/ 2899877 h 4079441"/>
                  <a:gd name="connsiteX16" fmla="*/ 1551868 w 2305749"/>
                  <a:gd name="connsiteY16" fmla="*/ 310682 h 4079441"/>
                  <a:gd name="connsiteX17" fmla="*/ 1676996 w 2305749"/>
                  <a:gd name="connsiteY17" fmla="*/ 89301 h 4079441"/>
                  <a:gd name="connsiteX0" fmla="*/ 1003228 w 2341026"/>
                  <a:gd name="connsiteY0" fmla="*/ 108551 h 4079441"/>
                  <a:gd name="connsiteX1" fmla="*/ 1099480 w 2341026"/>
                  <a:gd name="connsiteY1" fmla="*/ 320307 h 4079441"/>
                  <a:gd name="connsiteX2" fmla="*/ 1147607 w 2341026"/>
                  <a:gd name="connsiteY2" fmla="*/ 2803625 h 4079441"/>
                  <a:gd name="connsiteX3" fmla="*/ 1118731 w 2341026"/>
                  <a:gd name="connsiteY3" fmla="*/ 3082757 h 4079441"/>
                  <a:gd name="connsiteX4" fmla="*/ 897349 w 2341026"/>
                  <a:gd name="connsiteY4" fmla="*/ 3275263 h 4079441"/>
                  <a:gd name="connsiteX5" fmla="*/ 762596 w 2341026"/>
                  <a:gd name="connsiteY5" fmla="*/ 3361890 h 4079441"/>
                  <a:gd name="connsiteX6" fmla="*/ 2200 w 2341026"/>
                  <a:gd name="connsiteY6" fmla="*/ 4074160 h 4079441"/>
                  <a:gd name="connsiteX7" fmla="*/ 1032104 w 2341026"/>
                  <a:gd name="connsiteY7" fmla="*/ 3669899 h 4079441"/>
                  <a:gd name="connsiteX8" fmla="*/ 1291986 w 2341026"/>
                  <a:gd name="connsiteY8" fmla="*/ 3361890 h 4079441"/>
                  <a:gd name="connsiteX9" fmla="*/ 1291986 w 2341026"/>
                  <a:gd name="connsiteY9" fmla="*/ 3361890 h 4079441"/>
                  <a:gd name="connsiteX10" fmla="*/ 1445990 w 2341026"/>
                  <a:gd name="connsiteY10" fmla="*/ 3342640 h 4079441"/>
                  <a:gd name="connsiteX11" fmla="*/ 1609619 w 2341026"/>
                  <a:gd name="connsiteY11" fmla="*/ 3438892 h 4079441"/>
                  <a:gd name="connsiteX12" fmla="*/ 2302638 w 2341026"/>
                  <a:gd name="connsiteY12" fmla="*/ 3795027 h 4079441"/>
                  <a:gd name="connsiteX13" fmla="*/ 2196760 w 2341026"/>
                  <a:gd name="connsiteY13" fmla="*/ 3506269 h 4079441"/>
                  <a:gd name="connsiteX14" fmla="*/ 1734748 w 2341026"/>
                  <a:gd name="connsiteY14" fmla="*/ 3150134 h 4079441"/>
                  <a:gd name="connsiteX15" fmla="*/ 1551868 w 2341026"/>
                  <a:gd name="connsiteY15" fmla="*/ 2899877 h 4079441"/>
                  <a:gd name="connsiteX16" fmla="*/ 1551868 w 2341026"/>
                  <a:gd name="connsiteY16" fmla="*/ 310682 h 4079441"/>
                  <a:gd name="connsiteX17" fmla="*/ 1676996 w 2341026"/>
                  <a:gd name="connsiteY17" fmla="*/ 89301 h 4079441"/>
                  <a:gd name="connsiteX0" fmla="*/ 1003228 w 2341026"/>
                  <a:gd name="connsiteY0" fmla="*/ 108551 h 4079441"/>
                  <a:gd name="connsiteX1" fmla="*/ 1099480 w 2341026"/>
                  <a:gd name="connsiteY1" fmla="*/ 320307 h 4079441"/>
                  <a:gd name="connsiteX2" fmla="*/ 1147607 w 2341026"/>
                  <a:gd name="connsiteY2" fmla="*/ 2803625 h 4079441"/>
                  <a:gd name="connsiteX3" fmla="*/ 1118731 w 2341026"/>
                  <a:gd name="connsiteY3" fmla="*/ 3082757 h 4079441"/>
                  <a:gd name="connsiteX4" fmla="*/ 897349 w 2341026"/>
                  <a:gd name="connsiteY4" fmla="*/ 3275263 h 4079441"/>
                  <a:gd name="connsiteX5" fmla="*/ 762596 w 2341026"/>
                  <a:gd name="connsiteY5" fmla="*/ 3361890 h 4079441"/>
                  <a:gd name="connsiteX6" fmla="*/ 2200 w 2341026"/>
                  <a:gd name="connsiteY6" fmla="*/ 4074160 h 4079441"/>
                  <a:gd name="connsiteX7" fmla="*/ 1032104 w 2341026"/>
                  <a:gd name="connsiteY7" fmla="*/ 3669899 h 4079441"/>
                  <a:gd name="connsiteX8" fmla="*/ 1291986 w 2341026"/>
                  <a:gd name="connsiteY8" fmla="*/ 3361890 h 4079441"/>
                  <a:gd name="connsiteX9" fmla="*/ 1291986 w 2341026"/>
                  <a:gd name="connsiteY9" fmla="*/ 3361890 h 4079441"/>
                  <a:gd name="connsiteX10" fmla="*/ 1445990 w 2341026"/>
                  <a:gd name="connsiteY10" fmla="*/ 3342640 h 4079441"/>
                  <a:gd name="connsiteX11" fmla="*/ 1609619 w 2341026"/>
                  <a:gd name="connsiteY11" fmla="*/ 3438892 h 4079441"/>
                  <a:gd name="connsiteX12" fmla="*/ 2302638 w 2341026"/>
                  <a:gd name="connsiteY12" fmla="*/ 3795027 h 4079441"/>
                  <a:gd name="connsiteX13" fmla="*/ 2196760 w 2341026"/>
                  <a:gd name="connsiteY13" fmla="*/ 3506269 h 4079441"/>
                  <a:gd name="connsiteX14" fmla="*/ 1734748 w 2341026"/>
                  <a:gd name="connsiteY14" fmla="*/ 3150134 h 4079441"/>
                  <a:gd name="connsiteX15" fmla="*/ 1551868 w 2341026"/>
                  <a:gd name="connsiteY15" fmla="*/ 2899877 h 4079441"/>
                  <a:gd name="connsiteX16" fmla="*/ 1551868 w 2341026"/>
                  <a:gd name="connsiteY16" fmla="*/ 310682 h 4079441"/>
                  <a:gd name="connsiteX17" fmla="*/ 1676996 w 2341026"/>
                  <a:gd name="connsiteY17" fmla="*/ 89301 h 4079441"/>
                  <a:gd name="connsiteX0" fmla="*/ 1003228 w 2341026"/>
                  <a:gd name="connsiteY0" fmla="*/ 108551 h 4079441"/>
                  <a:gd name="connsiteX1" fmla="*/ 1099480 w 2341026"/>
                  <a:gd name="connsiteY1" fmla="*/ 320307 h 4079441"/>
                  <a:gd name="connsiteX2" fmla="*/ 1147607 w 2341026"/>
                  <a:gd name="connsiteY2" fmla="*/ 2803625 h 4079441"/>
                  <a:gd name="connsiteX3" fmla="*/ 1118731 w 2341026"/>
                  <a:gd name="connsiteY3" fmla="*/ 3082757 h 4079441"/>
                  <a:gd name="connsiteX4" fmla="*/ 897349 w 2341026"/>
                  <a:gd name="connsiteY4" fmla="*/ 3275263 h 4079441"/>
                  <a:gd name="connsiteX5" fmla="*/ 762596 w 2341026"/>
                  <a:gd name="connsiteY5" fmla="*/ 3361890 h 4079441"/>
                  <a:gd name="connsiteX6" fmla="*/ 2200 w 2341026"/>
                  <a:gd name="connsiteY6" fmla="*/ 4074160 h 4079441"/>
                  <a:gd name="connsiteX7" fmla="*/ 1032104 w 2341026"/>
                  <a:gd name="connsiteY7" fmla="*/ 3669899 h 4079441"/>
                  <a:gd name="connsiteX8" fmla="*/ 1291986 w 2341026"/>
                  <a:gd name="connsiteY8" fmla="*/ 3361890 h 4079441"/>
                  <a:gd name="connsiteX9" fmla="*/ 1291986 w 2341026"/>
                  <a:gd name="connsiteY9" fmla="*/ 3361890 h 4079441"/>
                  <a:gd name="connsiteX10" fmla="*/ 1445990 w 2341026"/>
                  <a:gd name="connsiteY10" fmla="*/ 3342640 h 4079441"/>
                  <a:gd name="connsiteX11" fmla="*/ 1609619 w 2341026"/>
                  <a:gd name="connsiteY11" fmla="*/ 3438892 h 4079441"/>
                  <a:gd name="connsiteX12" fmla="*/ 2302638 w 2341026"/>
                  <a:gd name="connsiteY12" fmla="*/ 3795027 h 4079441"/>
                  <a:gd name="connsiteX13" fmla="*/ 2196760 w 2341026"/>
                  <a:gd name="connsiteY13" fmla="*/ 3506269 h 4079441"/>
                  <a:gd name="connsiteX14" fmla="*/ 1734748 w 2341026"/>
                  <a:gd name="connsiteY14" fmla="*/ 3150134 h 4079441"/>
                  <a:gd name="connsiteX15" fmla="*/ 1551868 w 2341026"/>
                  <a:gd name="connsiteY15" fmla="*/ 2899877 h 4079441"/>
                  <a:gd name="connsiteX16" fmla="*/ 1551868 w 2341026"/>
                  <a:gd name="connsiteY16" fmla="*/ 310682 h 4079441"/>
                  <a:gd name="connsiteX17" fmla="*/ 1676996 w 2341026"/>
                  <a:gd name="connsiteY17" fmla="*/ 89301 h 4079441"/>
                  <a:gd name="connsiteX0" fmla="*/ 1003228 w 2341026"/>
                  <a:gd name="connsiteY0" fmla="*/ 108551 h 4079441"/>
                  <a:gd name="connsiteX1" fmla="*/ 1099480 w 2341026"/>
                  <a:gd name="connsiteY1" fmla="*/ 320307 h 4079441"/>
                  <a:gd name="connsiteX2" fmla="*/ 1147607 w 2341026"/>
                  <a:gd name="connsiteY2" fmla="*/ 2803625 h 4079441"/>
                  <a:gd name="connsiteX3" fmla="*/ 1118731 w 2341026"/>
                  <a:gd name="connsiteY3" fmla="*/ 3082757 h 4079441"/>
                  <a:gd name="connsiteX4" fmla="*/ 897349 w 2341026"/>
                  <a:gd name="connsiteY4" fmla="*/ 3275263 h 4079441"/>
                  <a:gd name="connsiteX5" fmla="*/ 762596 w 2341026"/>
                  <a:gd name="connsiteY5" fmla="*/ 3361890 h 4079441"/>
                  <a:gd name="connsiteX6" fmla="*/ 2200 w 2341026"/>
                  <a:gd name="connsiteY6" fmla="*/ 4074160 h 4079441"/>
                  <a:gd name="connsiteX7" fmla="*/ 1032104 w 2341026"/>
                  <a:gd name="connsiteY7" fmla="*/ 3669899 h 4079441"/>
                  <a:gd name="connsiteX8" fmla="*/ 1291986 w 2341026"/>
                  <a:gd name="connsiteY8" fmla="*/ 3361890 h 4079441"/>
                  <a:gd name="connsiteX9" fmla="*/ 1291986 w 2341026"/>
                  <a:gd name="connsiteY9" fmla="*/ 3361890 h 4079441"/>
                  <a:gd name="connsiteX10" fmla="*/ 1445990 w 2341026"/>
                  <a:gd name="connsiteY10" fmla="*/ 3342640 h 4079441"/>
                  <a:gd name="connsiteX11" fmla="*/ 1609619 w 2341026"/>
                  <a:gd name="connsiteY11" fmla="*/ 3438892 h 4079441"/>
                  <a:gd name="connsiteX12" fmla="*/ 2302638 w 2341026"/>
                  <a:gd name="connsiteY12" fmla="*/ 3795027 h 4079441"/>
                  <a:gd name="connsiteX13" fmla="*/ 2196760 w 2341026"/>
                  <a:gd name="connsiteY13" fmla="*/ 3506269 h 4079441"/>
                  <a:gd name="connsiteX14" fmla="*/ 1734748 w 2341026"/>
                  <a:gd name="connsiteY14" fmla="*/ 3150134 h 4079441"/>
                  <a:gd name="connsiteX15" fmla="*/ 1551868 w 2341026"/>
                  <a:gd name="connsiteY15" fmla="*/ 2899877 h 4079441"/>
                  <a:gd name="connsiteX16" fmla="*/ 1551868 w 2341026"/>
                  <a:gd name="connsiteY16" fmla="*/ 310682 h 4079441"/>
                  <a:gd name="connsiteX17" fmla="*/ 1676996 w 2341026"/>
                  <a:gd name="connsiteY17" fmla="*/ 89301 h 4079441"/>
                  <a:gd name="connsiteX0" fmla="*/ 1003228 w 2341026"/>
                  <a:gd name="connsiteY0" fmla="*/ 108551 h 4079441"/>
                  <a:gd name="connsiteX1" fmla="*/ 1099480 w 2341026"/>
                  <a:gd name="connsiteY1" fmla="*/ 320307 h 4079441"/>
                  <a:gd name="connsiteX2" fmla="*/ 1147607 w 2341026"/>
                  <a:gd name="connsiteY2" fmla="*/ 2803625 h 4079441"/>
                  <a:gd name="connsiteX3" fmla="*/ 1070605 w 2341026"/>
                  <a:gd name="connsiteY3" fmla="*/ 3121258 h 4079441"/>
                  <a:gd name="connsiteX4" fmla="*/ 897349 w 2341026"/>
                  <a:gd name="connsiteY4" fmla="*/ 3275263 h 4079441"/>
                  <a:gd name="connsiteX5" fmla="*/ 762596 w 2341026"/>
                  <a:gd name="connsiteY5" fmla="*/ 3361890 h 4079441"/>
                  <a:gd name="connsiteX6" fmla="*/ 2200 w 2341026"/>
                  <a:gd name="connsiteY6" fmla="*/ 4074160 h 4079441"/>
                  <a:gd name="connsiteX7" fmla="*/ 1032104 w 2341026"/>
                  <a:gd name="connsiteY7" fmla="*/ 3669899 h 4079441"/>
                  <a:gd name="connsiteX8" fmla="*/ 1291986 w 2341026"/>
                  <a:gd name="connsiteY8" fmla="*/ 3361890 h 4079441"/>
                  <a:gd name="connsiteX9" fmla="*/ 1291986 w 2341026"/>
                  <a:gd name="connsiteY9" fmla="*/ 3361890 h 4079441"/>
                  <a:gd name="connsiteX10" fmla="*/ 1445990 w 2341026"/>
                  <a:gd name="connsiteY10" fmla="*/ 3342640 h 4079441"/>
                  <a:gd name="connsiteX11" fmla="*/ 1609619 w 2341026"/>
                  <a:gd name="connsiteY11" fmla="*/ 3438892 h 4079441"/>
                  <a:gd name="connsiteX12" fmla="*/ 2302638 w 2341026"/>
                  <a:gd name="connsiteY12" fmla="*/ 3795027 h 4079441"/>
                  <a:gd name="connsiteX13" fmla="*/ 2196760 w 2341026"/>
                  <a:gd name="connsiteY13" fmla="*/ 3506269 h 4079441"/>
                  <a:gd name="connsiteX14" fmla="*/ 1734748 w 2341026"/>
                  <a:gd name="connsiteY14" fmla="*/ 3150134 h 4079441"/>
                  <a:gd name="connsiteX15" fmla="*/ 1551868 w 2341026"/>
                  <a:gd name="connsiteY15" fmla="*/ 2899877 h 4079441"/>
                  <a:gd name="connsiteX16" fmla="*/ 1551868 w 2341026"/>
                  <a:gd name="connsiteY16" fmla="*/ 310682 h 4079441"/>
                  <a:gd name="connsiteX17" fmla="*/ 1676996 w 2341026"/>
                  <a:gd name="connsiteY17" fmla="*/ 89301 h 4079441"/>
                  <a:gd name="connsiteX0" fmla="*/ 1003228 w 2341026"/>
                  <a:gd name="connsiteY0" fmla="*/ 108551 h 4079441"/>
                  <a:gd name="connsiteX1" fmla="*/ 1099480 w 2341026"/>
                  <a:gd name="connsiteY1" fmla="*/ 320307 h 4079441"/>
                  <a:gd name="connsiteX2" fmla="*/ 1147607 w 2341026"/>
                  <a:gd name="connsiteY2" fmla="*/ 2803625 h 4079441"/>
                  <a:gd name="connsiteX3" fmla="*/ 1070605 w 2341026"/>
                  <a:gd name="connsiteY3" fmla="*/ 3121258 h 4079441"/>
                  <a:gd name="connsiteX4" fmla="*/ 897349 w 2341026"/>
                  <a:gd name="connsiteY4" fmla="*/ 3275263 h 4079441"/>
                  <a:gd name="connsiteX5" fmla="*/ 762596 w 2341026"/>
                  <a:gd name="connsiteY5" fmla="*/ 3361890 h 4079441"/>
                  <a:gd name="connsiteX6" fmla="*/ 2200 w 2341026"/>
                  <a:gd name="connsiteY6" fmla="*/ 4074160 h 4079441"/>
                  <a:gd name="connsiteX7" fmla="*/ 1032104 w 2341026"/>
                  <a:gd name="connsiteY7" fmla="*/ 3669899 h 4079441"/>
                  <a:gd name="connsiteX8" fmla="*/ 1291986 w 2341026"/>
                  <a:gd name="connsiteY8" fmla="*/ 3361890 h 4079441"/>
                  <a:gd name="connsiteX9" fmla="*/ 1291986 w 2341026"/>
                  <a:gd name="connsiteY9" fmla="*/ 3361890 h 4079441"/>
                  <a:gd name="connsiteX10" fmla="*/ 1445990 w 2341026"/>
                  <a:gd name="connsiteY10" fmla="*/ 3342640 h 4079441"/>
                  <a:gd name="connsiteX11" fmla="*/ 1609619 w 2341026"/>
                  <a:gd name="connsiteY11" fmla="*/ 3438892 h 4079441"/>
                  <a:gd name="connsiteX12" fmla="*/ 2302638 w 2341026"/>
                  <a:gd name="connsiteY12" fmla="*/ 3795027 h 4079441"/>
                  <a:gd name="connsiteX13" fmla="*/ 2196760 w 2341026"/>
                  <a:gd name="connsiteY13" fmla="*/ 3506269 h 4079441"/>
                  <a:gd name="connsiteX14" fmla="*/ 1734748 w 2341026"/>
                  <a:gd name="connsiteY14" fmla="*/ 3150134 h 4079441"/>
                  <a:gd name="connsiteX15" fmla="*/ 1551868 w 2341026"/>
                  <a:gd name="connsiteY15" fmla="*/ 2899877 h 4079441"/>
                  <a:gd name="connsiteX16" fmla="*/ 1551868 w 2341026"/>
                  <a:gd name="connsiteY16" fmla="*/ 310682 h 4079441"/>
                  <a:gd name="connsiteX17" fmla="*/ 1676996 w 2341026"/>
                  <a:gd name="connsiteY17" fmla="*/ 89301 h 4079441"/>
                  <a:gd name="connsiteX0" fmla="*/ 1003228 w 2341026"/>
                  <a:gd name="connsiteY0" fmla="*/ 108551 h 4079441"/>
                  <a:gd name="connsiteX1" fmla="*/ 1099480 w 2341026"/>
                  <a:gd name="connsiteY1" fmla="*/ 320307 h 4079441"/>
                  <a:gd name="connsiteX2" fmla="*/ 1147607 w 2341026"/>
                  <a:gd name="connsiteY2" fmla="*/ 2803625 h 4079441"/>
                  <a:gd name="connsiteX3" fmla="*/ 1070605 w 2341026"/>
                  <a:gd name="connsiteY3" fmla="*/ 3121258 h 4079441"/>
                  <a:gd name="connsiteX4" fmla="*/ 897349 w 2341026"/>
                  <a:gd name="connsiteY4" fmla="*/ 3275263 h 4079441"/>
                  <a:gd name="connsiteX5" fmla="*/ 762596 w 2341026"/>
                  <a:gd name="connsiteY5" fmla="*/ 3361890 h 4079441"/>
                  <a:gd name="connsiteX6" fmla="*/ 2200 w 2341026"/>
                  <a:gd name="connsiteY6" fmla="*/ 4074160 h 4079441"/>
                  <a:gd name="connsiteX7" fmla="*/ 1032104 w 2341026"/>
                  <a:gd name="connsiteY7" fmla="*/ 3669899 h 4079441"/>
                  <a:gd name="connsiteX8" fmla="*/ 1291986 w 2341026"/>
                  <a:gd name="connsiteY8" fmla="*/ 3361890 h 4079441"/>
                  <a:gd name="connsiteX9" fmla="*/ 1291986 w 2341026"/>
                  <a:gd name="connsiteY9" fmla="*/ 3361890 h 4079441"/>
                  <a:gd name="connsiteX10" fmla="*/ 1445990 w 2341026"/>
                  <a:gd name="connsiteY10" fmla="*/ 3342640 h 4079441"/>
                  <a:gd name="connsiteX11" fmla="*/ 1609619 w 2341026"/>
                  <a:gd name="connsiteY11" fmla="*/ 3438892 h 4079441"/>
                  <a:gd name="connsiteX12" fmla="*/ 2302638 w 2341026"/>
                  <a:gd name="connsiteY12" fmla="*/ 3795027 h 4079441"/>
                  <a:gd name="connsiteX13" fmla="*/ 2196760 w 2341026"/>
                  <a:gd name="connsiteY13" fmla="*/ 3506269 h 4079441"/>
                  <a:gd name="connsiteX14" fmla="*/ 1734748 w 2341026"/>
                  <a:gd name="connsiteY14" fmla="*/ 3150134 h 4079441"/>
                  <a:gd name="connsiteX15" fmla="*/ 1551868 w 2341026"/>
                  <a:gd name="connsiteY15" fmla="*/ 2899877 h 4079441"/>
                  <a:gd name="connsiteX16" fmla="*/ 1551868 w 2341026"/>
                  <a:gd name="connsiteY16" fmla="*/ 310682 h 4079441"/>
                  <a:gd name="connsiteX17" fmla="*/ 1676996 w 2341026"/>
                  <a:gd name="connsiteY17" fmla="*/ 89301 h 4079441"/>
                  <a:gd name="connsiteX0" fmla="*/ 1003228 w 2341026"/>
                  <a:gd name="connsiteY0" fmla="*/ 108551 h 4079441"/>
                  <a:gd name="connsiteX1" fmla="*/ 1099480 w 2341026"/>
                  <a:gd name="connsiteY1" fmla="*/ 320307 h 4079441"/>
                  <a:gd name="connsiteX2" fmla="*/ 1147607 w 2341026"/>
                  <a:gd name="connsiteY2" fmla="*/ 2803625 h 4079441"/>
                  <a:gd name="connsiteX3" fmla="*/ 1070605 w 2341026"/>
                  <a:gd name="connsiteY3" fmla="*/ 3121258 h 4079441"/>
                  <a:gd name="connsiteX4" fmla="*/ 897349 w 2341026"/>
                  <a:gd name="connsiteY4" fmla="*/ 3275263 h 4079441"/>
                  <a:gd name="connsiteX5" fmla="*/ 762596 w 2341026"/>
                  <a:gd name="connsiteY5" fmla="*/ 3361890 h 4079441"/>
                  <a:gd name="connsiteX6" fmla="*/ 2200 w 2341026"/>
                  <a:gd name="connsiteY6" fmla="*/ 4074160 h 4079441"/>
                  <a:gd name="connsiteX7" fmla="*/ 1032104 w 2341026"/>
                  <a:gd name="connsiteY7" fmla="*/ 3669899 h 4079441"/>
                  <a:gd name="connsiteX8" fmla="*/ 1291986 w 2341026"/>
                  <a:gd name="connsiteY8" fmla="*/ 3361890 h 4079441"/>
                  <a:gd name="connsiteX9" fmla="*/ 1368988 w 2341026"/>
                  <a:gd name="connsiteY9" fmla="*/ 3333014 h 4079441"/>
                  <a:gd name="connsiteX10" fmla="*/ 1445990 w 2341026"/>
                  <a:gd name="connsiteY10" fmla="*/ 3342640 h 4079441"/>
                  <a:gd name="connsiteX11" fmla="*/ 1609619 w 2341026"/>
                  <a:gd name="connsiteY11" fmla="*/ 3438892 h 4079441"/>
                  <a:gd name="connsiteX12" fmla="*/ 2302638 w 2341026"/>
                  <a:gd name="connsiteY12" fmla="*/ 3795027 h 4079441"/>
                  <a:gd name="connsiteX13" fmla="*/ 2196760 w 2341026"/>
                  <a:gd name="connsiteY13" fmla="*/ 3506269 h 4079441"/>
                  <a:gd name="connsiteX14" fmla="*/ 1734748 w 2341026"/>
                  <a:gd name="connsiteY14" fmla="*/ 3150134 h 4079441"/>
                  <a:gd name="connsiteX15" fmla="*/ 1551868 w 2341026"/>
                  <a:gd name="connsiteY15" fmla="*/ 2899877 h 4079441"/>
                  <a:gd name="connsiteX16" fmla="*/ 1551868 w 2341026"/>
                  <a:gd name="connsiteY16" fmla="*/ 310682 h 4079441"/>
                  <a:gd name="connsiteX17" fmla="*/ 1676996 w 2341026"/>
                  <a:gd name="connsiteY17" fmla="*/ 89301 h 40794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341026" h="4079441">
                    <a:moveTo>
                      <a:pt x="1003228" y="108551"/>
                    </a:moveTo>
                    <a:cubicBezTo>
                      <a:pt x="1039322" y="-10161"/>
                      <a:pt x="1075417" y="-128872"/>
                      <a:pt x="1099480" y="320307"/>
                    </a:cubicBezTo>
                    <a:cubicBezTo>
                      <a:pt x="1123543" y="769486"/>
                      <a:pt x="1144399" y="2348029"/>
                      <a:pt x="1147607" y="2803625"/>
                    </a:cubicBezTo>
                    <a:cubicBezTo>
                      <a:pt x="1112314" y="3259221"/>
                      <a:pt x="1112315" y="3042652"/>
                      <a:pt x="1070605" y="3121258"/>
                    </a:cubicBezTo>
                    <a:cubicBezTo>
                      <a:pt x="1028895" y="3199864"/>
                      <a:pt x="948684" y="3235158"/>
                      <a:pt x="897349" y="3275263"/>
                    </a:cubicBezTo>
                    <a:cubicBezTo>
                      <a:pt x="846014" y="3315368"/>
                      <a:pt x="911787" y="3228741"/>
                      <a:pt x="762596" y="3361890"/>
                    </a:cubicBezTo>
                    <a:cubicBezTo>
                      <a:pt x="613405" y="3495039"/>
                      <a:pt x="-42718" y="4022825"/>
                      <a:pt x="2200" y="4074160"/>
                    </a:cubicBezTo>
                    <a:cubicBezTo>
                      <a:pt x="47118" y="4125495"/>
                      <a:pt x="817140" y="3788611"/>
                      <a:pt x="1032104" y="3669899"/>
                    </a:cubicBezTo>
                    <a:cubicBezTo>
                      <a:pt x="1247068" y="3551187"/>
                      <a:pt x="1291986" y="3361890"/>
                      <a:pt x="1291986" y="3361890"/>
                    </a:cubicBezTo>
                    <a:lnTo>
                      <a:pt x="1368988" y="3333014"/>
                    </a:lnTo>
                    <a:cubicBezTo>
                      <a:pt x="1394655" y="3329806"/>
                      <a:pt x="1405885" y="3324994"/>
                      <a:pt x="1445990" y="3342640"/>
                    </a:cubicBezTo>
                    <a:cubicBezTo>
                      <a:pt x="1486095" y="3360286"/>
                      <a:pt x="1466844" y="3363494"/>
                      <a:pt x="1609619" y="3438892"/>
                    </a:cubicBezTo>
                    <a:cubicBezTo>
                      <a:pt x="1752394" y="3514290"/>
                      <a:pt x="2204781" y="3783798"/>
                      <a:pt x="2302638" y="3795027"/>
                    </a:cubicBezTo>
                    <a:cubicBezTo>
                      <a:pt x="2400495" y="3806256"/>
                      <a:pt x="2291408" y="3613751"/>
                      <a:pt x="2196760" y="3506269"/>
                    </a:cubicBezTo>
                    <a:cubicBezTo>
                      <a:pt x="2102112" y="3398787"/>
                      <a:pt x="1880731" y="3241574"/>
                      <a:pt x="1734748" y="3150134"/>
                    </a:cubicBezTo>
                    <a:cubicBezTo>
                      <a:pt x="1588765" y="3058694"/>
                      <a:pt x="1620849" y="3257616"/>
                      <a:pt x="1551868" y="2899877"/>
                    </a:cubicBezTo>
                    <a:cubicBezTo>
                      <a:pt x="1482887" y="2542138"/>
                      <a:pt x="1531013" y="779111"/>
                      <a:pt x="1551868" y="310682"/>
                    </a:cubicBezTo>
                    <a:cubicBezTo>
                      <a:pt x="1572723" y="-157747"/>
                      <a:pt x="1768436" y="134219"/>
                      <a:pt x="1676996" y="89301"/>
                    </a:cubicBezTo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4">
                <a:extLst>
                  <a:ext uri="{FF2B5EF4-FFF2-40B4-BE49-F238E27FC236}">
                    <a16:creationId xmlns:a16="http://schemas.microsoft.com/office/drawing/2014/main" id="{1F17E962-50B8-4AE5-87AF-A563035252C6}"/>
                  </a:ext>
                </a:extLst>
              </p:cNvPr>
              <p:cNvSpPr/>
              <p:nvPr/>
            </p:nvSpPr>
            <p:spPr>
              <a:xfrm>
                <a:off x="3051209" y="1256280"/>
                <a:ext cx="2195328" cy="2978835"/>
              </a:xfrm>
              <a:custGeom>
                <a:avLst/>
                <a:gdLst>
                  <a:gd name="connsiteX0" fmla="*/ 2127183 w 2195328"/>
                  <a:gd name="connsiteY0" fmla="*/ 1766052 h 2978835"/>
                  <a:gd name="connsiteX1" fmla="*/ 2117558 w 2195328"/>
                  <a:gd name="connsiteY1" fmla="*/ 1689050 h 2978835"/>
                  <a:gd name="connsiteX2" fmla="*/ 2107932 w 2195328"/>
                  <a:gd name="connsiteY2" fmla="*/ 1621673 h 2978835"/>
                  <a:gd name="connsiteX3" fmla="*/ 2088682 w 2195328"/>
                  <a:gd name="connsiteY3" fmla="*/ 1448418 h 2978835"/>
                  <a:gd name="connsiteX4" fmla="*/ 2069431 w 2195328"/>
                  <a:gd name="connsiteY4" fmla="*/ 1419543 h 2978835"/>
                  <a:gd name="connsiteX5" fmla="*/ 2040555 w 2195328"/>
                  <a:gd name="connsiteY5" fmla="*/ 1390667 h 2978835"/>
                  <a:gd name="connsiteX6" fmla="*/ 2021305 w 2195328"/>
                  <a:gd name="connsiteY6" fmla="*/ 1352166 h 2978835"/>
                  <a:gd name="connsiteX7" fmla="*/ 2002054 w 2195328"/>
                  <a:gd name="connsiteY7" fmla="*/ 1323290 h 2978835"/>
                  <a:gd name="connsiteX8" fmla="*/ 1992429 w 2195328"/>
                  <a:gd name="connsiteY8" fmla="*/ 1294414 h 2978835"/>
                  <a:gd name="connsiteX9" fmla="*/ 1973179 w 2195328"/>
                  <a:gd name="connsiteY9" fmla="*/ 1265538 h 2978835"/>
                  <a:gd name="connsiteX10" fmla="*/ 1953928 w 2195328"/>
                  <a:gd name="connsiteY10" fmla="*/ 1207787 h 2978835"/>
                  <a:gd name="connsiteX11" fmla="*/ 1944303 w 2195328"/>
                  <a:gd name="connsiteY11" fmla="*/ 1101909 h 2978835"/>
                  <a:gd name="connsiteX12" fmla="*/ 1963553 w 2195328"/>
                  <a:gd name="connsiteY12" fmla="*/ 928654 h 2978835"/>
                  <a:gd name="connsiteX13" fmla="*/ 1973179 w 2195328"/>
                  <a:gd name="connsiteY13" fmla="*/ 890153 h 2978835"/>
                  <a:gd name="connsiteX14" fmla="*/ 1982804 w 2195328"/>
                  <a:gd name="connsiteY14" fmla="*/ 688023 h 2978835"/>
                  <a:gd name="connsiteX15" fmla="*/ 1992429 w 2195328"/>
                  <a:gd name="connsiteY15" fmla="*/ 659147 h 2978835"/>
                  <a:gd name="connsiteX16" fmla="*/ 1982804 w 2195328"/>
                  <a:gd name="connsiteY16" fmla="*/ 437766 h 2978835"/>
                  <a:gd name="connsiteX17" fmla="*/ 1963553 w 2195328"/>
                  <a:gd name="connsiteY17" fmla="*/ 370389 h 2978835"/>
                  <a:gd name="connsiteX18" fmla="*/ 1953928 w 2195328"/>
                  <a:gd name="connsiteY18" fmla="*/ 331888 h 2978835"/>
                  <a:gd name="connsiteX19" fmla="*/ 1925052 w 2195328"/>
                  <a:gd name="connsiteY19" fmla="*/ 245261 h 2978835"/>
                  <a:gd name="connsiteX20" fmla="*/ 1896176 w 2195328"/>
                  <a:gd name="connsiteY20" fmla="*/ 158633 h 2978835"/>
                  <a:gd name="connsiteX21" fmla="*/ 1886551 w 2195328"/>
                  <a:gd name="connsiteY21" fmla="*/ 129757 h 2978835"/>
                  <a:gd name="connsiteX22" fmla="*/ 1828800 w 2195328"/>
                  <a:gd name="connsiteY22" fmla="*/ 91256 h 2978835"/>
                  <a:gd name="connsiteX23" fmla="*/ 1799924 w 2195328"/>
                  <a:gd name="connsiteY23" fmla="*/ 72006 h 2978835"/>
                  <a:gd name="connsiteX24" fmla="*/ 1771048 w 2195328"/>
                  <a:gd name="connsiteY24" fmla="*/ 52755 h 2978835"/>
                  <a:gd name="connsiteX25" fmla="*/ 1713296 w 2195328"/>
                  <a:gd name="connsiteY25" fmla="*/ 33505 h 2978835"/>
                  <a:gd name="connsiteX26" fmla="*/ 1684421 w 2195328"/>
                  <a:gd name="connsiteY26" fmla="*/ 14254 h 2978835"/>
                  <a:gd name="connsiteX27" fmla="*/ 1463040 w 2195328"/>
                  <a:gd name="connsiteY27" fmla="*/ 14254 h 2978835"/>
                  <a:gd name="connsiteX28" fmla="*/ 1405288 w 2195328"/>
                  <a:gd name="connsiteY28" fmla="*/ 43130 h 2978835"/>
                  <a:gd name="connsiteX29" fmla="*/ 1376412 w 2195328"/>
                  <a:gd name="connsiteY29" fmla="*/ 62381 h 2978835"/>
                  <a:gd name="connsiteX30" fmla="*/ 1318661 w 2195328"/>
                  <a:gd name="connsiteY30" fmla="*/ 81631 h 2978835"/>
                  <a:gd name="connsiteX31" fmla="*/ 1289785 w 2195328"/>
                  <a:gd name="connsiteY31" fmla="*/ 100882 h 2978835"/>
                  <a:gd name="connsiteX32" fmla="*/ 1232033 w 2195328"/>
                  <a:gd name="connsiteY32" fmla="*/ 129757 h 2978835"/>
                  <a:gd name="connsiteX33" fmla="*/ 1183907 w 2195328"/>
                  <a:gd name="connsiteY33" fmla="*/ 177884 h 2978835"/>
                  <a:gd name="connsiteX34" fmla="*/ 1164656 w 2195328"/>
                  <a:gd name="connsiteY34" fmla="*/ 206760 h 2978835"/>
                  <a:gd name="connsiteX35" fmla="*/ 1106905 w 2195328"/>
                  <a:gd name="connsiteY35" fmla="*/ 245261 h 2978835"/>
                  <a:gd name="connsiteX36" fmla="*/ 1078029 w 2195328"/>
                  <a:gd name="connsiteY36" fmla="*/ 274136 h 2978835"/>
                  <a:gd name="connsiteX37" fmla="*/ 1020278 w 2195328"/>
                  <a:gd name="connsiteY37" fmla="*/ 312637 h 2978835"/>
                  <a:gd name="connsiteX38" fmla="*/ 1001027 w 2195328"/>
                  <a:gd name="connsiteY38" fmla="*/ 341513 h 2978835"/>
                  <a:gd name="connsiteX39" fmla="*/ 914400 w 2195328"/>
                  <a:gd name="connsiteY39" fmla="*/ 408890 h 2978835"/>
                  <a:gd name="connsiteX40" fmla="*/ 875899 w 2195328"/>
                  <a:gd name="connsiteY40" fmla="*/ 466642 h 2978835"/>
                  <a:gd name="connsiteX41" fmla="*/ 856648 w 2195328"/>
                  <a:gd name="connsiteY41" fmla="*/ 495517 h 2978835"/>
                  <a:gd name="connsiteX42" fmla="*/ 827772 w 2195328"/>
                  <a:gd name="connsiteY42" fmla="*/ 514768 h 2978835"/>
                  <a:gd name="connsiteX43" fmla="*/ 818147 w 2195328"/>
                  <a:gd name="connsiteY43" fmla="*/ 543644 h 2978835"/>
                  <a:gd name="connsiteX44" fmla="*/ 779646 w 2195328"/>
                  <a:gd name="connsiteY44" fmla="*/ 601395 h 2978835"/>
                  <a:gd name="connsiteX45" fmla="*/ 741145 w 2195328"/>
                  <a:gd name="connsiteY45" fmla="*/ 649522 h 2978835"/>
                  <a:gd name="connsiteX46" fmla="*/ 702644 w 2195328"/>
                  <a:gd name="connsiteY46" fmla="*/ 697648 h 2978835"/>
                  <a:gd name="connsiteX47" fmla="*/ 673768 w 2195328"/>
                  <a:gd name="connsiteY47" fmla="*/ 755400 h 2978835"/>
                  <a:gd name="connsiteX48" fmla="*/ 616016 w 2195328"/>
                  <a:gd name="connsiteY48" fmla="*/ 870903 h 2978835"/>
                  <a:gd name="connsiteX49" fmla="*/ 587141 w 2195328"/>
                  <a:gd name="connsiteY49" fmla="*/ 880528 h 2978835"/>
                  <a:gd name="connsiteX50" fmla="*/ 567890 w 2195328"/>
                  <a:gd name="connsiteY50" fmla="*/ 909404 h 2978835"/>
                  <a:gd name="connsiteX51" fmla="*/ 539014 w 2195328"/>
                  <a:gd name="connsiteY51" fmla="*/ 928654 h 2978835"/>
                  <a:gd name="connsiteX52" fmla="*/ 529389 w 2195328"/>
                  <a:gd name="connsiteY52" fmla="*/ 957530 h 2978835"/>
                  <a:gd name="connsiteX53" fmla="*/ 500513 w 2195328"/>
                  <a:gd name="connsiteY53" fmla="*/ 986406 h 2978835"/>
                  <a:gd name="connsiteX54" fmla="*/ 462012 w 2195328"/>
                  <a:gd name="connsiteY54" fmla="*/ 1044157 h 2978835"/>
                  <a:gd name="connsiteX55" fmla="*/ 442762 w 2195328"/>
                  <a:gd name="connsiteY55" fmla="*/ 1121160 h 2978835"/>
                  <a:gd name="connsiteX56" fmla="*/ 404261 w 2195328"/>
                  <a:gd name="connsiteY56" fmla="*/ 1178911 h 2978835"/>
                  <a:gd name="connsiteX57" fmla="*/ 385010 w 2195328"/>
                  <a:gd name="connsiteY57" fmla="*/ 1207787 h 2978835"/>
                  <a:gd name="connsiteX58" fmla="*/ 346509 w 2195328"/>
                  <a:gd name="connsiteY58" fmla="*/ 1323290 h 2978835"/>
                  <a:gd name="connsiteX59" fmla="*/ 336884 w 2195328"/>
                  <a:gd name="connsiteY59" fmla="*/ 1352166 h 2978835"/>
                  <a:gd name="connsiteX60" fmla="*/ 317633 w 2195328"/>
                  <a:gd name="connsiteY60" fmla="*/ 1381042 h 2978835"/>
                  <a:gd name="connsiteX61" fmla="*/ 279132 w 2195328"/>
                  <a:gd name="connsiteY61" fmla="*/ 1467669 h 2978835"/>
                  <a:gd name="connsiteX62" fmla="*/ 269507 w 2195328"/>
                  <a:gd name="connsiteY62" fmla="*/ 1496545 h 2978835"/>
                  <a:gd name="connsiteX63" fmla="*/ 221381 w 2195328"/>
                  <a:gd name="connsiteY63" fmla="*/ 1554296 h 2978835"/>
                  <a:gd name="connsiteX64" fmla="*/ 202130 w 2195328"/>
                  <a:gd name="connsiteY64" fmla="*/ 1612048 h 2978835"/>
                  <a:gd name="connsiteX65" fmla="*/ 192505 w 2195328"/>
                  <a:gd name="connsiteY65" fmla="*/ 1650549 h 2978835"/>
                  <a:gd name="connsiteX66" fmla="*/ 173254 w 2195328"/>
                  <a:gd name="connsiteY66" fmla="*/ 1708301 h 2978835"/>
                  <a:gd name="connsiteX67" fmla="*/ 154004 w 2195328"/>
                  <a:gd name="connsiteY67" fmla="*/ 1737176 h 2978835"/>
                  <a:gd name="connsiteX68" fmla="*/ 115503 w 2195328"/>
                  <a:gd name="connsiteY68" fmla="*/ 1852680 h 2978835"/>
                  <a:gd name="connsiteX69" fmla="*/ 96252 w 2195328"/>
                  <a:gd name="connsiteY69" fmla="*/ 1910431 h 2978835"/>
                  <a:gd name="connsiteX70" fmla="*/ 77002 w 2195328"/>
                  <a:gd name="connsiteY70" fmla="*/ 1939307 h 2978835"/>
                  <a:gd name="connsiteX71" fmla="*/ 48126 w 2195328"/>
                  <a:gd name="connsiteY71" fmla="*/ 2025934 h 2978835"/>
                  <a:gd name="connsiteX72" fmla="*/ 19250 w 2195328"/>
                  <a:gd name="connsiteY72" fmla="*/ 2112562 h 2978835"/>
                  <a:gd name="connsiteX73" fmla="*/ 9625 w 2195328"/>
                  <a:gd name="connsiteY73" fmla="*/ 2141437 h 2978835"/>
                  <a:gd name="connsiteX74" fmla="*/ 0 w 2195328"/>
                  <a:gd name="connsiteY74" fmla="*/ 2170313 h 2978835"/>
                  <a:gd name="connsiteX75" fmla="*/ 19250 w 2195328"/>
                  <a:gd name="connsiteY75" fmla="*/ 2285816 h 2978835"/>
                  <a:gd name="connsiteX76" fmla="*/ 38501 w 2195328"/>
                  <a:gd name="connsiteY76" fmla="*/ 2314692 h 2978835"/>
                  <a:gd name="connsiteX77" fmla="*/ 67376 w 2195328"/>
                  <a:gd name="connsiteY77" fmla="*/ 2343568 h 2978835"/>
                  <a:gd name="connsiteX78" fmla="*/ 105878 w 2195328"/>
                  <a:gd name="connsiteY78" fmla="*/ 2401320 h 2978835"/>
                  <a:gd name="connsiteX79" fmla="*/ 125128 w 2195328"/>
                  <a:gd name="connsiteY79" fmla="*/ 2430195 h 2978835"/>
                  <a:gd name="connsiteX80" fmla="*/ 211755 w 2195328"/>
                  <a:gd name="connsiteY80" fmla="*/ 2487947 h 2978835"/>
                  <a:gd name="connsiteX81" fmla="*/ 240631 w 2195328"/>
                  <a:gd name="connsiteY81" fmla="*/ 2507197 h 2978835"/>
                  <a:gd name="connsiteX82" fmla="*/ 269507 w 2195328"/>
                  <a:gd name="connsiteY82" fmla="*/ 2526448 h 2978835"/>
                  <a:gd name="connsiteX83" fmla="*/ 336884 w 2195328"/>
                  <a:gd name="connsiteY83" fmla="*/ 2603450 h 2978835"/>
                  <a:gd name="connsiteX84" fmla="*/ 375385 w 2195328"/>
                  <a:gd name="connsiteY84" fmla="*/ 2641951 h 2978835"/>
                  <a:gd name="connsiteX85" fmla="*/ 462012 w 2195328"/>
                  <a:gd name="connsiteY85" fmla="*/ 2680452 h 2978835"/>
                  <a:gd name="connsiteX86" fmla="*/ 558265 w 2195328"/>
                  <a:gd name="connsiteY86" fmla="*/ 2709328 h 2978835"/>
                  <a:gd name="connsiteX87" fmla="*/ 616016 w 2195328"/>
                  <a:gd name="connsiteY87" fmla="*/ 2738204 h 2978835"/>
                  <a:gd name="connsiteX88" fmla="*/ 644892 w 2195328"/>
                  <a:gd name="connsiteY88" fmla="*/ 2767080 h 2978835"/>
                  <a:gd name="connsiteX89" fmla="*/ 683393 w 2195328"/>
                  <a:gd name="connsiteY89" fmla="*/ 2824831 h 2978835"/>
                  <a:gd name="connsiteX90" fmla="*/ 770021 w 2195328"/>
                  <a:gd name="connsiteY90" fmla="*/ 2853707 h 2978835"/>
                  <a:gd name="connsiteX91" fmla="*/ 798896 w 2195328"/>
                  <a:gd name="connsiteY91" fmla="*/ 2863332 h 2978835"/>
                  <a:gd name="connsiteX92" fmla="*/ 827772 w 2195328"/>
                  <a:gd name="connsiteY92" fmla="*/ 2882583 h 2978835"/>
                  <a:gd name="connsiteX93" fmla="*/ 856648 w 2195328"/>
                  <a:gd name="connsiteY93" fmla="*/ 2892208 h 2978835"/>
                  <a:gd name="connsiteX94" fmla="*/ 933650 w 2195328"/>
                  <a:gd name="connsiteY94" fmla="*/ 2911458 h 2978835"/>
                  <a:gd name="connsiteX95" fmla="*/ 1020278 w 2195328"/>
                  <a:gd name="connsiteY95" fmla="*/ 2940334 h 2978835"/>
                  <a:gd name="connsiteX96" fmla="*/ 1106905 w 2195328"/>
                  <a:gd name="connsiteY96" fmla="*/ 2969210 h 2978835"/>
                  <a:gd name="connsiteX97" fmla="*/ 1135781 w 2195328"/>
                  <a:gd name="connsiteY97" fmla="*/ 2978835 h 2978835"/>
                  <a:gd name="connsiteX98" fmla="*/ 1597793 w 2195328"/>
                  <a:gd name="connsiteY98" fmla="*/ 2969210 h 2978835"/>
                  <a:gd name="connsiteX99" fmla="*/ 1751798 w 2195328"/>
                  <a:gd name="connsiteY99" fmla="*/ 2959585 h 2978835"/>
                  <a:gd name="connsiteX100" fmla="*/ 1809549 w 2195328"/>
                  <a:gd name="connsiteY100" fmla="*/ 2940334 h 2978835"/>
                  <a:gd name="connsiteX101" fmla="*/ 1848050 w 2195328"/>
                  <a:gd name="connsiteY101" fmla="*/ 2930709 h 2978835"/>
                  <a:gd name="connsiteX102" fmla="*/ 1896176 w 2195328"/>
                  <a:gd name="connsiteY102" fmla="*/ 2921084 h 2978835"/>
                  <a:gd name="connsiteX103" fmla="*/ 1953928 w 2195328"/>
                  <a:gd name="connsiteY103" fmla="*/ 2901833 h 2978835"/>
                  <a:gd name="connsiteX104" fmla="*/ 2040555 w 2195328"/>
                  <a:gd name="connsiteY104" fmla="*/ 2872957 h 2978835"/>
                  <a:gd name="connsiteX105" fmla="*/ 2069431 w 2195328"/>
                  <a:gd name="connsiteY105" fmla="*/ 2863332 h 2978835"/>
                  <a:gd name="connsiteX106" fmla="*/ 2117558 w 2195328"/>
                  <a:gd name="connsiteY106" fmla="*/ 2815206 h 2978835"/>
                  <a:gd name="connsiteX107" fmla="*/ 2165684 w 2195328"/>
                  <a:gd name="connsiteY107" fmla="*/ 2776705 h 2978835"/>
                  <a:gd name="connsiteX108" fmla="*/ 2175309 w 2195328"/>
                  <a:gd name="connsiteY108" fmla="*/ 2747829 h 2978835"/>
                  <a:gd name="connsiteX109" fmla="*/ 2194560 w 2195328"/>
                  <a:gd name="connsiteY109" fmla="*/ 2718953 h 2978835"/>
                  <a:gd name="connsiteX110" fmla="*/ 2184934 w 2195328"/>
                  <a:gd name="connsiteY110" fmla="*/ 2074061 h 2978835"/>
                  <a:gd name="connsiteX111" fmla="*/ 2175309 w 2195328"/>
                  <a:gd name="connsiteY111" fmla="*/ 2025934 h 2978835"/>
                  <a:gd name="connsiteX112" fmla="*/ 2165684 w 2195328"/>
                  <a:gd name="connsiteY112" fmla="*/ 1997058 h 2978835"/>
                  <a:gd name="connsiteX113" fmla="*/ 2156059 w 2195328"/>
                  <a:gd name="connsiteY113" fmla="*/ 1900806 h 2978835"/>
                  <a:gd name="connsiteX114" fmla="*/ 2146433 w 2195328"/>
                  <a:gd name="connsiteY114" fmla="*/ 1852680 h 2978835"/>
                  <a:gd name="connsiteX115" fmla="*/ 2127183 w 2195328"/>
                  <a:gd name="connsiteY115" fmla="*/ 1766052 h 2978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2195328" h="2978835">
                    <a:moveTo>
                      <a:pt x="2127183" y="1766052"/>
                    </a:moveTo>
                    <a:cubicBezTo>
                      <a:pt x="2122371" y="1738780"/>
                      <a:pt x="2120977" y="1714690"/>
                      <a:pt x="2117558" y="1689050"/>
                    </a:cubicBezTo>
                    <a:cubicBezTo>
                      <a:pt x="2114560" y="1666562"/>
                      <a:pt x="2109986" y="1644267"/>
                      <a:pt x="2107932" y="1621673"/>
                    </a:cubicBezTo>
                    <a:cubicBezTo>
                      <a:pt x="2106196" y="1602579"/>
                      <a:pt x="2111758" y="1494569"/>
                      <a:pt x="2088682" y="1448418"/>
                    </a:cubicBezTo>
                    <a:cubicBezTo>
                      <a:pt x="2083509" y="1438071"/>
                      <a:pt x="2076837" y="1428430"/>
                      <a:pt x="2069431" y="1419543"/>
                    </a:cubicBezTo>
                    <a:cubicBezTo>
                      <a:pt x="2060717" y="1409086"/>
                      <a:pt x="2050180" y="1400292"/>
                      <a:pt x="2040555" y="1390667"/>
                    </a:cubicBezTo>
                    <a:cubicBezTo>
                      <a:pt x="2034138" y="1377833"/>
                      <a:pt x="2028424" y="1364624"/>
                      <a:pt x="2021305" y="1352166"/>
                    </a:cubicBezTo>
                    <a:cubicBezTo>
                      <a:pt x="2015566" y="1342122"/>
                      <a:pt x="2007227" y="1333637"/>
                      <a:pt x="2002054" y="1323290"/>
                    </a:cubicBezTo>
                    <a:cubicBezTo>
                      <a:pt x="1997517" y="1314215"/>
                      <a:pt x="1996966" y="1303489"/>
                      <a:pt x="1992429" y="1294414"/>
                    </a:cubicBezTo>
                    <a:cubicBezTo>
                      <a:pt x="1987256" y="1284067"/>
                      <a:pt x="1977877" y="1276109"/>
                      <a:pt x="1973179" y="1265538"/>
                    </a:cubicBezTo>
                    <a:cubicBezTo>
                      <a:pt x="1964938" y="1246995"/>
                      <a:pt x="1953928" y="1207787"/>
                      <a:pt x="1953928" y="1207787"/>
                    </a:cubicBezTo>
                    <a:cubicBezTo>
                      <a:pt x="1950720" y="1172494"/>
                      <a:pt x="1944303" y="1137347"/>
                      <a:pt x="1944303" y="1101909"/>
                    </a:cubicBezTo>
                    <a:cubicBezTo>
                      <a:pt x="1944303" y="1054821"/>
                      <a:pt x="1953258" y="980130"/>
                      <a:pt x="1963553" y="928654"/>
                    </a:cubicBezTo>
                    <a:cubicBezTo>
                      <a:pt x="1966147" y="915682"/>
                      <a:pt x="1969970" y="902987"/>
                      <a:pt x="1973179" y="890153"/>
                    </a:cubicBezTo>
                    <a:cubicBezTo>
                      <a:pt x="1976387" y="822776"/>
                      <a:pt x="1977202" y="755243"/>
                      <a:pt x="1982804" y="688023"/>
                    </a:cubicBezTo>
                    <a:cubicBezTo>
                      <a:pt x="1983647" y="677912"/>
                      <a:pt x="1992429" y="669293"/>
                      <a:pt x="1992429" y="659147"/>
                    </a:cubicBezTo>
                    <a:cubicBezTo>
                      <a:pt x="1992429" y="585284"/>
                      <a:pt x="1988260" y="511428"/>
                      <a:pt x="1982804" y="437766"/>
                    </a:cubicBezTo>
                    <a:cubicBezTo>
                      <a:pt x="1981299" y="417449"/>
                      <a:pt x="1969247" y="390319"/>
                      <a:pt x="1963553" y="370389"/>
                    </a:cubicBezTo>
                    <a:cubicBezTo>
                      <a:pt x="1959919" y="357669"/>
                      <a:pt x="1957729" y="344559"/>
                      <a:pt x="1953928" y="331888"/>
                    </a:cubicBezTo>
                    <a:cubicBezTo>
                      <a:pt x="1953894" y="331775"/>
                      <a:pt x="1929884" y="259755"/>
                      <a:pt x="1925052" y="245261"/>
                    </a:cubicBezTo>
                    <a:lnTo>
                      <a:pt x="1896176" y="158633"/>
                    </a:lnTo>
                    <a:cubicBezTo>
                      <a:pt x="1892968" y="149008"/>
                      <a:pt x="1894993" y="135385"/>
                      <a:pt x="1886551" y="129757"/>
                    </a:cubicBezTo>
                    <a:lnTo>
                      <a:pt x="1828800" y="91256"/>
                    </a:lnTo>
                    <a:lnTo>
                      <a:pt x="1799924" y="72006"/>
                    </a:lnTo>
                    <a:cubicBezTo>
                      <a:pt x="1790299" y="65589"/>
                      <a:pt x="1782023" y="56413"/>
                      <a:pt x="1771048" y="52755"/>
                    </a:cubicBezTo>
                    <a:lnTo>
                      <a:pt x="1713296" y="33505"/>
                    </a:lnTo>
                    <a:cubicBezTo>
                      <a:pt x="1703671" y="27088"/>
                      <a:pt x="1694768" y="19427"/>
                      <a:pt x="1684421" y="14254"/>
                    </a:cubicBezTo>
                    <a:cubicBezTo>
                      <a:pt x="1621817" y="-17049"/>
                      <a:pt x="1493288" y="12742"/>
                      <a:pt x="1463040" y="14254"/>
                    </a:cubicBezTo>
                    <a:cubicBezTo>
                      <a:pt x="1380285" y="69425"/>
                      <a:pt x="1484989" y="3279"/>
                      <a:pt x="1405288" y="43130"/>
                    </a:cubicBezTo>
                    <a:cubicBezTo>
                      <a:pt x="1394941" y="48303"/>
                      <a:pt x="1386983" y="57683"/>
                      <a:pt x="1376412" y="62381"/>
                    </a:cubicBezTo>
                    <a:cubicBezTo>
                      <a:pt x="1357869" y="70622"/>
                      <a:pt x="1318661" y="81631"/>
                      <a:pt x="1318661" y="81631"/>
                    </a:cubicBezTo>
                    <a:cubicBezTo>
                      <a:pt x="1309036" y="88048"/>
                      <a:pt x="1300132" y="95709"/>
                      <a:pt x="1289785" y="100882"/>
                    </a:cubicBezTo>
                    <a:cubicBezTo>
                      <a:pt x="1210076" y="140737"/>
                      <a:pt x="1314797" y="74583"/>
                      <a:pt x="1232033" y="129757"/>
                    </a:cubicBezTo>
                    <a:cubicBezTo>
                      <a:pt x="1180703" y="206755"/>
                      <a:pt x="1248072" y="113719"/>
                      <a:pt x="1183907" y="177884"/>
                    </a:cubicBezTo>
                    <a:cubicBezTo>
                      <a:pt x="1175727" y="186064"/>
                      <a:pt x="1173362" y="199142"/>
                      <a:pt x="1164656" y="206760"/>
                    </a:cubicBezTo>
                    <a:cubicBezTo>
                      <a:pt x="1147244" y="221995"/>
                      <a:pt x="1123265" y="228902"/>
                      <a:pt x="1106905" y="245261"/>
                    </a:cubicBezTo>
                    <a:cubicBezTo>
                      <a:pt x="1097280" y="254886"/>
                      <a:pt x="1088774" y="265779"/>
                      <a:pt x="1078029" y="274136"/>
                    </a:cubicBezTo>
                    <a:cubicBezTo>
                      <a:pt x="1059766" y="288340"/>
                      <a:pt x="1020278" y="312637"/>
                      <a:pt x="1020278" y="312637"/>
                    </a:cubicBezTo>
                    <a:cubicBezTo>
                      <a:pt x="1013861" y="322262"/>
                      <a:pt x="1009733" y="333895"/>
                      <a:pt x="1001027" y="341513"/>
                    </a:cubicBezTo>
                    <a:cubicBezTo>
                      <a:pt x="950392" y="385818"/>
                      <a:pt x="948784" y="364681"/>
                      <a:pt x="914400" y="408890"/>
                    </a:cubicBezTo>
                    <a:cubicBezTo>
                      <a:pt x="900196" y="427153"/>
                      <a:pt x="888733" y="447391"/>
                      <a:pt x="875899" y="466642"/>
                    </a:cubicBezTo>
                    <a:cubicBezTo>
                      <a:pt x="869482" y="476267"/>
                      <a:pt x="866273" y="489100"/>
                      <a:pt x="856648" y="495517"/>
                    </a:cubicBezTo>
                    <a:lnTo>
                      <a:pt x="827772" y="514768"/>
                    </a:lnTo>
                    <a:cubicBezTo>
                      <a:pt x="824564" y="524393"/>
                      <a:pt x="823074" y="534775"/>
                      <a:pt x="818147" y="543644"/>
                    </a:cubicBezTo>
                    <a:cubicBezTo>
                      <a:pt x="806911" y="563869"/>
                      <a:pt x="779646" y="601395"/>
                      <a:pt x="779646" y="601395"/>
                    </a:cubicBezTo>
                    <a:cubicBezTo>
                      <a:pt x="755454" y="673973"/>
                      <a:pt x="790901" y="587327"/>
                      <a:pt x="741145" y="649522"/>
                    </a:cubicBezTo>
                    <a:cubicBezTo>
                      <a:pt x="688011" y="715939"/>
                      <a:pt x="785401" y="642476"/>
                      <a:pt x="702644" y="697648"/>
                    </a:cubicBezTo>
                    <a:cubicBezTo>
                      <a:pt x="667543" y="802953"/>
                      <a:pt x="723523" y="643451"/>
                      <a:pt x="673768" y="755400"/>
                    </a:cubicBezTo>
                    <a:cubicBezTo>
                      <a:pt x="663368" y="778800"/>
                      <a:pt x="647341" y="860461"/>
                      <a:pt x="616016" y="870903"/>
                    </a:cubicBezTo>
                    <a:lnTo>
                      <a:pt x="587141" y="880528"/>
                    </a:lnTo>
                    <a:cubicBezTo>
                      <a:pt x="580724" y="890153"/>
                      <a:pt x="576070" y="901224"/>
                      <a:pt x="567890" y="909404"/>
                    </a:cubicBezTo>
                    <a:cubicBezTo>
                      <a:pt x="559710" y="917584"/>
                      <a:pt x="546241" y="919621"/>
                      <a:pt x="539014" y="928654"/>
                    </a:cubicBezTo>
                    <a:cubicBezTo>
                      <a:pt x="532676" y="936577"/>
                      <a:pt x="535017" y="949088"/>
                      <a:pt x="529389" y="957530"/>
                    </a:cubicBezTo>
                    <a:cubicBezTo>
                      <a:pt x="521838" y="968856"/>
                      <a:pt x="508870" y="975661"/>
                      <a:pt x="500513" y="986406"/>
                    </a:cubicBezTo>
                    <a:cubicBezTo>
                      <a:pt x="486309" y="1004668"/>
                      <a:pt x="462012" y="1044157"/>
                      <a:pt x="462012" y="1044157"/>
                    </a:cubicBezTo>
                    <a:cubicBezTo>
                      <a:pt x="459346" y="1057489"/>
                      <a:pt x="452011" y="1104512"/>
                      <a:pt x="442762" y="1121160"/>
                    </a:cubicBezTo>
                    <a:cubicBezTo>
                      <a:pt x="431526" y="1141385"/>
                      <a:pt x="417095" y="1159661"/>
                      <a:pt x="404261" y="1178911"/>
                    </a:cubicBezTo>
                    <a:lnTo>
                      <a:pt x="385010" y="1207787"/>
                    </a:lnTo>
                    <a:lnTo>
                      <a:pt x="346509" y="1323290"/>
                    </a:lnTo>
                    <a:cubicBezTo>
                      <a:pt x="343301" y="1332915"/>
                      <a:pt x="342512" y="1343724"/>
                      <a:pt x="336884" y="1352166"/>
                    </a:cubicBezTo>
                    <a:lnTo>
                      <a:pt x="317633" y="1381042"/>
                    </a:lnTo>
                    <a:cubicBezTo>
                      <a:pt x="294725" y="1449768"/>
                      <a:pt x="309639" y="1421909"/>
                      <a:pt x="279132" y="1467669"/>
                    </a:cubicBezTo>
                    <a:cubicBezTo>
                      <a:pt x="275924" y="1477294"/>
                      <a:pt x="274044" y="1487470"/>
                      <a:pt x="269507" y="1496545"/>
                    </a:cubicBezTo>
                    <a:cubicBezTo>
                      <a:pt x="256107" y="1523345"/>
                      <a:pt x="242667" y="1533010"/>
                      <a:pt x="221381" y="1554296"/>
                    </a:cubicBezTo>
                    <a:cubicBezTo>
                      <a:pt x="214964" y="1573547"/>
                      <a:pt x="207051" y="1592362"/>
                      <a:pt x="202130" y="1612048"/>
                    </a:cubicBezTo>
                    <a:cubicBezTo>
                      <a:pt x="198922" y="1624882"/>
                      <a:pt x="196306" y="1637878"/>
                      <a:pt x="192505" y="1650549"/>
                    </a:cubicBezTo>
                    <a:cubicBezTo>
                      <a:pt x="186674" y="1669985"/>
                      <a:pt x="184510" y="1691417"/>
                      <a:pt x="173254" y="1708301"/>
                    </a:cubicBezTo>
                    <a:lnTo>
                      <a:pt x="154004" y="1737176"/>
                    </a:lnTo>
                    <a:lnTo>
                      <a:pt x="115503" y="1852680"/>
                    </a:lnTo>
                    <a:cubicBezTo>
                      <a:pt x="115502" y="1852684"/>
                      <a:pt x="96254" y="1910428"/>
                      <a:pt x="96252" y="1910431"/>
                    </a:cubicBezTo>
                    <a:cubicBezTo>
                      <a:pt x="89835" y="1920056"/>
                      <a:pt x="81700" y="1928736"/>
                      <a:pt x="77002" y="1939307"/>
                    </a:cubicBezTo>
                    <a:cubicBezTo>
                      <a:pt x="76996" y="1939321"/>
                      <a:pt x="52941" y="2011489"/>
                      <a:pt x="48126" y="2025934"/>
                    </a:cubicBezTo>
                    <a:lnTo>
                      <a:pt x="19250" y="2112562"/>
                    </a:lnTo>
                    <a:lnTo>
                      <a:pt x="9625" y="2141437"/>
                    </a:lnTo>
                    <a:lnTo>
                      <a:pt x="0" y="2170313"/>
                    </a:lnTo>
                    <a:cubicBezTo>
                      <a:pt x="3049" y="2197758"/>
                      <a:pt x="3125" y="2253566"/>
                      <a:pt x="19250" y="2285816"/>
                    </a:cubicBezTo>
                    <a:cubicBezTo>
                      <a:pt x="24424" y="2296163"/>
                      <a:pt x="31095" y="2305805"/>
                      <a:pt x="38501" y="2314692"/>
                    </a:cubicBezTo>
                    <a:cubicBezTo>
                      <a:pt x="47215" y="2325149"/>
                      <a:pt x="59019" y="2332823"/>
                      <a:pt x="67376" y="2343568"/>
                    </a:cubicBezTo>
                    <a:cubicBezTo>
                      <a:pt x="81580" y="2361831"/>
                      <a:pt x="93044" y="2382069"/>
                      <a:pt x="105878" y="2401320"/>
                    </a:cubicBezTo>
                    <a:cubicBezTo>
                      <a:pt x="112295" y="2410945"/>
                      <a:pt x="115503" y="2423778"/>
                      <a:pt x="125128" y="2430195"/>
                    </a:cubicBezTo>
                    <a:lnTo>
                      <a:pt x="211755" y="2487947"/>
                    </a:lnTo>
                    <a:lnTo>
                      <a:pt x="240631" y="2507197"/>
                    </a:lnTo>
                    <a:lnTo>
                      <a:pt x="269507" y="2526448"/>
                    </a:lnTo>
                    <a:cubicBezTo>
                      <a:pt x="314425" y="2593825"/>
                      <a:pt x="288757" y="2571367"/>
                      <a:pt x="336884" y="2603450"/>
                    </a:cubicBezTo>
                    <a:cubicBezTo>
                      <a:pt x="352284" y="2649652"/>
                      <a:pt x="334317" y="2621417"/>
                      <a:pt x="375385" y="2641951"/>
                    </a:cubicBezTo>
                    <a:cubicBezTo>
                      <a:pt x="438592" y="2673555"/>
                      <a:pt x="362682" y="2655620"/>
                      <a:pt x="462012" y="2680452"/>
                    </a:cubicBezTo>
                    <a:cubicBezTo>
                      <a:pt x="483536" y="2685833"/>
                      <a:pt x="544202" y="2699953"/>
                      <a:pt x="558265" y="2709328"/>
                    </a:cubicBezTo>
                    <a:cubicBezTo>
                      <a:pt x="595583" y="2734206"/>
                      <a:pt x="576167" y="2724920"/>
                      <a:pt x="616016" y="2738204"/>
                    </a:cubicBezTo>
                    <a:cubicBezTo>
                      <a:pt x="625641" y="2747829"/>
                      <a:pt x="636535" y="2756335"/>
                      <a:pt x="644892" y="2767080"/>
                    </a:cubicBezTo>
                    <a:cubicBezTo>
                      <a:pt x="659096" y="2785342"/>
                      <a:pt x="661444" y="2817515"/>
                      <a:pt x="683393" y="2824831"/>
                    </a:cubicBezTo>
                    <a:lnTo>
                      <a:pt x="770021" y="2853707"/>
                    </a:lnTo>
                    <a:lnTo>
                      <a:pt x="798896" y="2863332"/>
                    </a:lnTo>
                    <a:cubicBezTo>
                      <a:pt x="808521" y="2869749"/>
                      <a:pt x="817425" y="2877410"/>
                      <a:pt x="827772" y="2882583"/>
                    </a:cubicBezTo>
                    <a:cubicBezTo>
                      <a:pt x="836847" y="2887120"/>
                      <a:pt x="846860" y="2889538"/>
                      <a:pt x="856648" y="2892208"/>
                    </a:cubicBezTo>
                    <a:cubicBezTo>
                      <a:pt x="882173" y="2899169"/>
                      <a:pt x="908551" y="2903091"/>
                      <a:pt x="933650" y="2911458"/>
                    </a:cubicBezTo>
                    <a:lnTo>
                      <a:pt x="1020278" y="2940334"/>
                    </a:lnTo>
                    <a:lnTo>
                      <a:pt x="1106905" y="2969210"/>
                    </a:lnTo>
                    <a:lnTo>
                      <a:pt x="1135781" y="2978835"/>
                    </a:lnTo>
                    <a:lnTo>
                      <a:pt x="1597793" y="2969210"/>
                    </a:lnTo>
                    <a:cubicBezTo>
                      <a:pt x="1649203" y="2967603"/>
                      <a:pt x="1700834" y="2966535"/>
                      <a:pt x="1751798" y="2959585"/>
                    </a:cubicBezTo>
                    <a:cubicBezTo>
                      <a:pt x="1771904" y="2956843"/>
                      <a:pt x="1789863" y="2945255"/>
                      <a:pt x="1809549" y="2940334"/>
                    </a:cubicBezTo>
                    <a:cubicBezTo>
                      <a:pt x="1822383" y="2937126"/>
                      <a:pt x="1835136" y="2933579"/>
                      <a:pt x="1848050" y="2930709"/>
                    </a:cubicBezTo>
                    <a:cubicBezTo>
                      <a:pt x="1864020" y="2927160"/>
                      <a:pt x="1880393" y="2925389"/>
                      <a:pt x="1896176" y="2921084"/>
                    </a:cubicBezTo>
                    <a:cubicBezTo>
                      <a:pt x="1915753" y="2915745"/>
                      <a:pt x="1934677" y="2908250"/>
                      <a:pt x="1953928" y="2901833"/>
                    </a:cubicBezTo>
                    <a:lnTo>
                      <a:pt x="2040555" y="2872957"/>
                    </a:lnTo>
                    <a:lnTo>
                      <a:pt x="2069431" y="2863332"/>
                    </a:lnTo>
                    <a:cubicBezTo>
                      <a:pt x="2120770" y="2786325"/>
                      <a:pt x="2053386" y="2879378"/>
                      <a:pt x="2117558" y="2815206"/>
                    </a:cubicBezTo>
                    <a:cubicBezTo>
                      <a:pt x="2161096" y="2771668"/>
                      <a:pt x="2109468" y="2795443"/>
                      <a:pt x="2165684" y="2776705"/>
                    </a:cubicBezTo>
                    <a:cubicBezTo>
                      <a:pt x="2168892" y="2767080"/>
                      <a:pt x="2170772" y="2756904"/>
                      <a:pt x="2175309" y="2747829"/>
                    </a:cubicBezTo>
                    <a:cubicBezTo>
                      <a:pt x="2180482" y="2737482"/>
                      <a:pt x="2194395" y="2730520"/>
                      <a:pt x="2194560" y="2718953"/>
                    </a:cubicBezTo>
                    <a:cubicBezTo>
                      <a:pt x="2197631" y="2503987"/>
                      <a:pt x="2190904" y="2288966"/>
                      <a:pt x="2184934" y="2074061"/>
                    </a:cubicBezTo>
                    <a:cubicBezTo>
                      <a:pt x="2184480" y="2057707"/>
                      <a:pt x="2179277" y="2041806"/>
                      <a:pt x="2175309" y="2025934"/>
                    </a:cubicBezTo>
                    <a:cubicBezTo>
                      <a:pt x="2172848" y="2016091"/>
                      <a:pt x="2168892" y="2006683"/>
                      <a:pt x="2165684" y="1997058"/>
                    </a:cubicBezTo>
                    <a:cubicBezTo>
                      <a:pt x="2162476" y="1964974"/>
                      <a:pt x="2160321" y="1932767"/>
                      <a:pt x="2156059" y="1900806"/>
                    </a:cubicBezTo>
                    <a:cubicBezTo>
                      <a:pt x="2153897" y="1884590"/>
                      <a:pt x="2147521" y="1869004"/>
                      <a:pt x="2146433" y="1852680"/>
                    </a:cubicBezTo>
                    <a:cubicBezTo>
                      <a:pt x="2144299" y="1820667"/>
                      <a:pt x="2131995" y="1793324"/>
                      <a:pt x="2127183" y="1766052"/>
                    </a:cubicBezTo>
                    <a:close/>
                  </a:path>
                </a:pathLst>
              </a:custGeom>
              <a:solidFill>
                <a:srgbClr val="F9B6B1"/>
              </a:solidFill>
              <a:ln>
                <a:solidFill>
                  <a:srgbClr val="F4726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5">
                <a:extLst>
                  <a:ext uri="{FF2B5EF4-FFF2-40B4-BE49-F238E27FC236}">
                    <a16:creationId xmlns:a16="http://schemas.microsoft.com/office/drawing/2014/main" id="{1FEEF8D4-308B-407C-99BD-C50596F7D8C5}"/>
                  </a:ext>
                </a:extLst>
              </p:cNvPr>
              <p:cNvSpPr/>
              <p:nvPr/>
            </p:nvSpPr>
            <p:spPr>
              <a:xfrm>
                <a:off x="3089710" y="3615873"/>
                <a:ext cx="2175962" cy="1821025"/>
              </a:xfrm>
              <a:custGeom>
                <a:avLst/>
                <a:gdLst>
                  <a:gd name="connsiteX0" fmla="*/ 2156059 w 2175962"/>
                  <a:gd name="connsiteY0" fmla="*/ 436362 h 1821025"/>
                  <a:gd name="connsiteX1" fmla="*/ 2165684 w 2175962"/>
                  <a:gd name="connsiteY1" fmla="*/ 686619 h 1821025"/>
                  <a:gd name="connsiteX2" fmla="*/ 2175309 w 2175962"/>
                  <a:gd name="connsiteY2" fmla="*/ 715495 h 1821025"/>
                  <a:gd name="connsiteX3" fmla="*/ 2156059 w 2175962"/>
                  <a:gd name="connsiteY3" fmla="*/ 1033129 h 1821025"/>
                  <a:gd name="connsiteX4" fmla="*/ 2136808 w 2175962"/>
                  <a:gd name="connsiteY4" fmla="*/ 1148632 h 1821025"/>
                  <a:gd name="connsiteX5" fmla="*/ 2107932 w 2175962"/>
                  <a:gd name="connsiteY5" fmla="*/ 1206383 h 1821025"/>
                  <a:gd name="connsiteX6" fmla="*/ 2079057 w 2175962"/>
                  <a:gd name="connsiteY6" fmla="*/ 1225634 h 1821025"/>
                  <a:gd name="connsiteX7" fmla="*/ 2030930 w 2175962"/>
                  <a:gd name="connsiteY7" fmla="*/ 1302636 h 1821025"/>
                  <a:gd name="connsiteX8" fmla="*/ 2011680 w 2175962"/>
                  <a:gd name="connsiteY8" fmla="*/ 1331512 h 1821025"/>
                  <a:gd name="connsiteX9" fmla="*/ 1982804 w 2175962"/>
                  <a:gd name="connsiteY9" fmla="*/ 1341137 h 1821025"/>
                  <a:gd name="connsiteX10" fmla="*/ 1953928 w 2175962"/>
                  <a:gd name="connsiteY10" fmla="*/ 1360388 h 1821025"/>
                  <a:gd name="connsiteX11" fmla="*/ 1886551 w 2175962"/>
                  <a:gd name="connsiteY11" fmla="*/ 1447015 h 1821025"/>
                  <a:gd name="connsiteX12" fmla="*/ 1867301 w 2175962"/>
                  <a:gd name="connsiteY12" fmla="*/ 1475891 h 1821025"/>
                  <a:gd name="connsiteX13" fmla="*/ 1809549 w 2175962"/>
                  <a:gd name="connsiteY13" fmla="*/ 1514392 h 1821025"/>
                  <a:gd name="connsiteX14" fmla="*/ 1780673 w 2175962"/>
                  <a:gd name="connsiteY14" fmla="*/ 1533642 h 1821025"/>
                  <a:gd name="connsiteX15" fmla="*/ 1722922 w 2175962"/>
                  <a:gd name="connsiteY15" fmla="*/ 1581769 h 1821025"/>
                  <a:gd name="connsiteX16" fmla="*/ 1674795 w 2175962"/>
                  <a:gd name="connsiteY16" fmla="*/ 1620270 h 1821025"/>
                  <a:gd name="connsiteX17" fmla="*/ 1645920 w 2175962"/>
                  <a:gd name="connsiteY17" fmla="*/ 1639520 h 1821025"/>
                  <a:gd name="connsiteX18" fmla="*/ 1588168 w 2175962"/>
                  <a:gd name="connsiteY18" fmla="*/ 1658771 h 1821025"/>
                  <a:gd name="connsiteX19" fmla="*/ 1559292 w 2175962"/>
                  <a:gd name="connsiteY19" fmla="*/ 1678021 h 1821025"/>
                  <a:gd name="connsiteX20" fmla="*/ 1463040 w 2175962"/>
                  <a:gd name="connsiteY20" fmla="*/ 1706897 h 1821025"/>
                  <a:gd name="connsiteX21" fmla="*/ 1405288 w 2175962"/>
                  <a:gd name="connsiteY21" fmla="*/ 1726148 h 1821025"/>
                  <a:gd name="connsiteX22" fmla="*/ 1347537 w 2175962"/>
                  <a:gd name="connsiteY22" fmla="*/ 1755023 h 1821025"/>
                  <a:gd name="connsiteX23" fmla="*/ 1241659 w 2175962"/>
                  <a:gd name="connsiteY23" fmla="*/ 1774274 h 1821025"/>
                  <a:gd name="connsiteX24" fmla="*/ 1212783 w 2175962"/>
                  <a:gd name="connsiteY24" fmla="*/ 1783899 h 1821025"/>
                  <a:gd name="connsiteX25" fmla="*/ 1020278 w 2175962"/>
                  <a:gd name="connsiteY25" fmla="*/ 1793524 h 1821025"/>
                  <a:gd name="connsiteX26" fmla="*/ 981777 w 2175962"/>
                  <a:gd name="connsiteY26" fmla="*/ 1735773 h 1821025"/>
                  <a:gd name="connsiteX27" fmla="*/ 952901 w 2175962"/>
                  <a:gd name="connsiteY27" fmla="*/ 1726148 h 1821025"/>
                  <a:gd name="connsiteX28" fmla="*/ 933650 w 2175962"/>
                  <a:gd name="connsiteY28" fmla="*/ 1697272 h 1821025"/>
                  <a:gd name="connsiteX29" fmla="*/ 924025 w 2175962"/>
                  <a:gd name="connsiteY29" fmla="*/ 1668396 h 1821025"/>
                  <a:gd name="connsiteX30" fmla="*/ 895149 w 2175962"/>
                  <a:gd name="connsiteY30" fmla="*/ 1649145 h 1821025"/>
                  <a:gd name="connsiteX31" fmla="*/ 875899 w 2175962"/>
                  <a:gd name="connsiteY31" fmla="*/ 1620270 h 1821025"/>
                  <a:gd name="connsiteX32" fmla="*/ 866273 w 2175962"/>
                  <a:gd name="connsiteY32" fmla="*/ 1591394 h 1821025"/>
                  <a:gd name="connsiteX33" fmla="*/ 808522 w 2175962"/>
                  <a:gd name="connsiteY33" fmla="*/ 1562518 h 1821025"/>
                  <a:gd name="connsiteX34" fmla="*/ 779646 w 2175962"/>
                  <a:gd name="connsiteY34" fmla="*/ 1543268 h 1821025"/>
                  <a:gd name="connsiteX35" fmla="*/ 721894 w 2175962"/>
                  <a:gd name="connsiteY35" fmla="*/ 1456640 h 1821025"/>
                  <a:gd name="connsiteX36" fmla="*/ 702644 w 2175962"/>
                  <a:gd name="connsiteY36" fmla="*/ 1427764 h 1821025"/>
                  <a:gd name="connsiteX37" fmla="*/ 673768 w 2175962"/>
                  <a:gd name="connsiteY37" fmla="*/ 1418139 h 1821025"/>
                  <a:gd name="connsiteX38" fmla="*/ 644892 w 2175962"/>
                  <a:gd name="connsiteY38" fmla="*/ 1389263 h 1821025"/>
                  <a:gd name="connsiteX39" fmla="*/ 606391 w 2175962"/>
                  <a:gd name="connsiteY39" fmla="*/ 1331512 h 1821025"/>
                  <a:gd name="connsiteX40" fmla="*/ 567890 w 2175962"/>
                  <a:gd name="connsiteY40" fmla="*/ 1283385 h 1821025"/>
                  <a:gd name="connsiteX41" fmla="*/ 558265 w 2175962"/>
                  <a:gd name="connsiteY41" fmla="*/ 1254510 h 1821025"/>
                  <a:gd name="connsiteX42" fmla="*/ 510139 w 2175962"/>
                  <a:gd name="connsiteY42" fmla="*/ 1206383 h 1821025"/>
                  <a:gd name="connsiteX43" fmla="*/ 490888 w 2175962"/>
                  <a:gd name="connsiteY43" fmla="*/ 1148632 h 1821025"/>
                  <a:gd name="connsiteX44" fmla="*/ 481263 w 2175962"/>
                  <a:gd name="connsiteY44" fmla="*/ 1119756 h 1821025"/>
                  <a:gd name="connsiteX45" fmla="*/ 452387 w 2175962"/>
                  <a:gd name="connsiteY45" fmla="*/ 1110131 h 1821025"/>
                  <a:gd name="connsiteX46" fmla="*/ 433137 w 2175962"/>
                  <a:gd name="connsiteY46" fmla="*/ 1081255 h 1821025"/>
                  <a:gd name="connsiteX47" fmla="*/ 404261 w 2175962"/>
                  <a:gd name="connsiteY47" fmla="*/ 1062004 h 1821025"/>
                  <a:gd name="connsiteX48" fmla="*/ 394635 w 2175962"/>
                  <a:gd name="connsiteY48" fmla="*/ 1033129 h 1821025"/>
                  <a:gd name="connsiteX49" fmla="*/ 365760 w 2175962"/>
                  <a:gd name="connsiteY49" fmla="*/ 975377 h 1821025"/>
                  <a:gd name="connsiteX50" fmla="*/ 356134 w 2175962"/>
                  <a:gd name="connsiteY50" fmla="*/ 936876 h 1821025"/>
                  <a:gd name="connsiteX51" fmla="*/ 317633 w 2175962"/>
                  <a:gd name="connsiteY51" fmla="*/ 879124 h 1821025"/>
                  <a:gd name="connsiteX52" fmla="*/ 288758 w 2175962"/>
                  <a:gd name="connsiteY52" fmla="*/ 821373 h 1821025"/>
                  <a:gd name="connsiteX53" fmla="*/ 269507 w 2175962"/>
                  <a:gd name="connsiteY53" fmla="*/ 763621 h 1821025"/>
                  <a:gd name="connsiteX54" fmla="*/ 250257 w 2175962"/>
                  <a:gd name="connsiteY54" fmla="*/ 734745 h 1821025"/>
                  <a:gd name="connsiteX55" fmla="*/ 221381 w 2175962"/>
                  <a:gd name="connsiteY55" fmla="*/ 638493 h 1821025"/>
                  <a:gd name="connsiteX56" fmla="*/ 211755 w 2175962"/>
                  <a:gd name="connsiteY56" fmla="*/ 609617 h 1821025"/>
                  <a:gd name="connsiteX57" fmla="*/ 173254 w 2175962"/>
                  <a:gd name="connsiteY57" fmla="*/ 551865 h 1821025"/>
                  <a:gd name="connsiteX58" fmla="*/ 144379 w 2175962"/>
                  <a:gd name="connsiteY58" fmla="*/ 494114 h 1821025"/>
                  <a:gd name="connsiteX59" fmla="*/ 125128 w 2175962"/>
                  <a:gd name="connsiteY59" fmla="*/ 436362 h 1821025"/>
                  <a:gd name="connsiteX60" fmla="*/ 105878 w 2175962"/>
                  <a:gd name="connsiteY60" fmla="*/ 407487 h 1821025"/>
                  <a:gd name="connsiteX61" fmla="*/ 77002 w 2175962"/>
                  <a:gd name="connsiteY61" fmla="*/ 320859 h 1821025"/>
                  <a:gd name="connsiteX62" fmla="*/ 57751 w 2175962"/>
                  <a:gd name="connsiteY62" fmla="*/ 263108 h 1821025"/>
                  <a:gd name="connsiteX63" fmla="*/ 48126 w 2175962"/>
                  <a:gd name="connsiteY63" fmla="*/ 234232 h 1821025"/>
                  <a:gd name="connsiteX64" fmla="*/ 19250 w 2175962"/>
                  <a:gd name="connsiteY64" fmla="*/ 137979 h 1821025"/>
                  <a:gd name="connsiteX65" fmla="*/ 9625 w 2175962"/>
                  <a:gd name="connsiteY65" fmla="*/ 109103 h 1821025"/>
                  <a:gd name="connsiteX66" fmla="*/ 0 w 2175962"/>
                  <a:gd name="connsiteY66" fmla="*/ 80228 h 1821025"/>
                  <a:gd name="connsiteX67" fmla="*/ 9625 w 2175962"/>
                  <a:gd name="connsiteY67" fmla="*/ 3225 h 1821025"/>
                  <a:gd name="connsiteX68" fmla="*/ 38501 w 2175962"/>
                  <a:gd name="connsiteY68" fmla="*/ 12851 h 1821025"/>
                  <a:gd name="connsiteX69" fmla="*/ 48126 w 2175962"/>
                  <a:gd name="connsiteY69" fmla="*/ 41727 h 1821025"/>
                  <a:gd name="connsiteX70" fmla="*/ 115503 w 2175962"/>
                  <a:gd name="connsiteY70" fmla="*/ 109103 h 1821025"/>
                  <a:gd name="connsiteX71" fmla="*/ 144379 w 2175962"/>
                  <a:gd name="connsiteY71" fmla="*/ 128354 h 1821025"/>
                  <a:gd name="connsiteX72" fmla="*/ 163629 w 2175962"/>
                  <a:gd name="connsiteY72" fmla="*/ 157230 h 1821025"/>
                  <a:gd name="connsiteX73" fmla="*/ 192505 w 2175962"/>
                  <a:gd name="connsiteY73" fmla="*/ 166855 h 1821025"/>
                  <a:gd name="connsiteX74" fmla="*/ 221381 w 2175962"/>
                  <a:gd name="connsiteY74" fmla="*/ 186105 h 1821025"/>
                  <a:gd name="connsiteX75" fmla="*/ 259882 w 2175962"/>
                  <a:gd name="connsiteY75" fmla="*/ 234232 h 1821025"/>
                  <a:gd name="connsiteX76" fmla="*/ 288758 w 2175962"/>
                  <a:gd name="connsiteY76" fmla="*/ 263108 h 1821025"/>
                  <a:gd name="connsiteX77" fmla="*/ 346509 w 2175962"/>
                  <a:gd name="connsiteY77" fmla="*/ 282358 h 1821025"/>
                  <a:gd name="connsiteX78" fmla="*/ 375385 w 2175962"/>
                  <a:gd name="connsiteY78" fmla="*/ 301609 h 1821025"/>
                  <a:gd name="connsiteX79" fmla="*/ 394635 w 2175962"/>
                  <a:gd name="connsiteY79" fmla="*/ 330484 h 1821025"/>
                  <a:gd name="connsiteX80" fmla="*/ 452387 w 2175962"/>
                  <a:gd name="connsiteY80" fmla="*/ 368985 h 1821025"/>
                  <a:gd name="connsiteX81" fmla="*/ 510139 w 2175962"/>
                  <a:gd name="connsiteY81" fmla="*/ 397861 h 1821025"/>
                  <a:gd name="connsiteX82" fmla="*/ 539014 w 2175962"/>
                  <a:gd name="connsiteY82" fmla="*/ 417112 h 1821025"/>
                  <a:gd name="connsiteX83" fmla="*/ 596766 w 2175962"/>
                  <a:gd name="connsiteY83" fmla="*/ 436362 h 1821025"/>
                  <a:gd name="connsiteX84" fmla="*/ 625642 w 2175962"/>
                  <a:gd name="connsiteY84" fmla="*/ 455613 h 1821025"/>
                  <a:gd name="connsiteX85" fmla="*/ 644892 w 2175962"/>
                  <a:gd name="connsiteY85" fmla="*/ 484489 h 1821025"/>
                  <a:gd name="connsiteX86" fmla="*/ 702644 w 2175962"/>
                  <a:gd name="connsiteY86" fmla="*/ 503739 h 1821025"/>
                  <a:gd name="connsiteX87" fmla="*/ 827772 w 2175962"/>
                  <a:gd name="connsiteY87" fmla="*/ 522990 h 1821025"/>
                  <a:gd name="connsiteX88" fmla="*/ 895149 w 2175962"/>
                  <a:gd name="connsiteY88" fmla="*/ 542240 h 1821025"/>
                  <a:gd name="connsiteX89" fmla="*/ 952901 w 2175962"/>
                  <a:gd name="connsiteY89" fmla="*/ 561491 h 1821025"/>
                  <a:gd name="connsiteX90" fmla="*/ 1039528 w 2175962"/>
                  <a:gd name="connsiteY90" fmla="*/ 599992 h 1821025"/>
                  <a:gd name="connsiteX91" fmla="*/ 1068404 w 2175962"/>
                  <a:gd name="connsiteY91" fmla="*/ 609617 h 1821025"/>
                  <a:gd name="connsiteX92" fmla="*/ 1097280 w 2175962"/>
                  <a:gd name="connsiteY92" fmla="*/ 619242 h 1821025"/>
                  <a:gd name="connsiteX93" fmla="*/ 1299410 w 2175962"/>
                  <a:gd name="connsiteY93" fmla="*/ 638493 h 1821025"/>
                  <a:gd name="connsiteX94" fmla="*/ 1328286 w 2175962"/>
                  <a:gd name="connsiteY94" fmla="*/ 648118 h 1821025"/>
                  <a:gd name="connsiteX95" fmla="*/ 1520791 w 2175962"/>
                  <a:gd name="connsiteY95" fmla="*/ 628868 h 1821025"/>
                  <a:gd name="connsiteX96" fmla="*/ 1549667 w 2175962"/>
                  <a:gd name="connsiteY96" fmla="*/ 619242 h 1821025"/>
                  <a:gd name="connsiteX97" fmla="*/ 1636294 w 2175962"/>
                  <a:gd name="connsiteY97" fmla="*/ 609617 h 1821025"/>
                  <a:gd name="connsiteX98" fmla="*/ 1703671 w 2175962"/>
                  <a:gd name="connsiteY98" fmla="*/ 590367 h 1821025"/>
                  <a:gd name="connsiteX99" fmla="*/ 1848050 w 2175962"/>
                  <a:gd name="connsiteY99" fmla="*/ 580741 h 1821025"/>
                  <a:gd name="connsiteX100" fmla="*/ 1944303 w 2175962"/>
                  <a:gd name="connsiteY100" fmla="*/ 551865 h 1821025"/>
                  <a:gd name="connsiteX101" fmla="*/ 2030930 w 2175962"/>
                  <a:gd name="connsiteY101" fmla="*/ 494114 h 1821025"/>
                  <a:gd name="connsiteX102" fmla="*/ 2059806 w 2175962"/>
                  <a:gd name="connsiteY102" fmla="*/ 474863 h 1821025"/>
                  <a:gd name="connsiteX103" fmla="*/ 2156059 w 2175962"/>
                  <a:gd name="connsiteY103" fmla="*/ 436362 h 1821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</a:cxnLst>
                <a:rect l="l" t="t" r="r" b="b"/>
                <a:pathLst>
                  <a:path w="2175962" h="1821025">
                    <a:moveTo>
                      <a:pt x="2156059" y="436362"/>
                    </a:moveTo>
                    <a:cubicBezTo>
                      <a:pt x="2173705" y="471655"/>
                      <a:pt x="2159941" y="603336"/>
                      <a:pt x="2165684" y="686619"/>
                    </a:cubicBezTo>
                    <a:cubicBezTo>
                      <a:pt x="2166382" y="696741"/>
                      <a:pt x="2175309" y="705349"/>
                      <a:pt x="2175309" y="715495"/>
                    </a:cubicBezTo>
                    <a:cubicBezTo>
                      <a:pt x="2175309" y="1089796"/>
                      <a:pt x="2181455" y="880758"/>
                      <a:pt x="2156059" y="1033129"/>
                    </a:cubicBezTo>
                    <a:cubicBezTo>
                      <a:pt x="2147911" y="1082013"/>
                      <a:pt x="2148147" y="1103273"/>
                      <a:pt x="2136808" y="1148632"/>
                    </a:cubicBezTo>
                    <a:cubicBezTo>
                      <a:pt x="2131589" y="1169510"/>
                      <a:pt x="2123617" y="1190698"/>
                      <a:pt x="2107932" y="1206383"/>
                    </a:cubicBezTo>
                    <a:cubicBezTo>
                      <a:pt x="2099752" y="1214563"/>
                      <a:pt x="2088682" y="1219217"/>
                      <a:pt x="2079057" y="1225634"/>
                    </a:cubicBezTo>
                    <a:cubicBezTo>
                      <a:pt x="2056148" y="1294360"/>
                      <a:pt x="2076690" y="1272129"/>
                      <a:pt x="2030930" y="1302636"/>
                    </a:cubicBezTo>
                    <a:cubicBezTo>
                      <a:pt x="2024513" y="1312261"/>
                      <a:pt x="2020713" y="1324285"/>
                      <a:pt x="2011680" y="1331512"/>
                    </a:cubicBezTo>
                    <a:cubicBezTo>
                      <a:pt x="2003757" y="1337850"/>
                      <a:pt x="1991879" y="1336600"/>
                      <a:pt x="1982804" y="1341137"/>
                    </a:cubicBezTo>
                    <a:cubicBezTo>
                      <a:pt x="1972457" y="1346310"/>
                      <a:pt x="1963553" y="1353971"/>
                      <a:pt x="1953928" y="1360388"/>
                    </a:cubicBezTo>
                    <a:cubicBezTo>
                      <a:pt x="1856610" y="1506363"/>
                      <a:pt x="1961949" y="1356536"/>
                      <a:pt x="1886551" y="1447015"/>
                    </a:cubicBezTo>
                    <a:cubicBezTo>
                      <a:pt x="1879145" y="1455902"/>
                      <a:pt x="1876007" y="1468273"/>
                      <a:pt x="1867301" y="1475891"/>
                    </a:cubicBezTo>
                    <a:cubicBezTo>
                      <a:pt x="1849889" y="1491126"/>
                      <a:pt x="1828800" y="1501558"/>
                      <a:pt x="1809549" y="1514392"/>
                    </a:cubicBezTo>
                    <a:cubicBezTo>
                      <a:pt x="1799924" y="1520809"/>
                      <a:pt x="1788853" y="1525462"/>
                      <a:pt x="1780673" y="1533642"/>
                    </a:cubicBezTo>
                    <a:cubicBezTo>
                      <a:pt x="1743618" y="1570698"/>
                      <a:pt x="1763124" y="1554967"/>
                      <a:pt x="1722922" y="1581769"/>
                    </a:cubicBezTo>
                    <a:cubicBezTo>
                      <a:pt x="1690470" y="1630444"/>
                      <a:pt x="1721287" y="1597024"/>
                      <a:pt x="1674795" y="1620270"/>
                    </a:cubicBezTo>
                    <a:cubicBezTo>
                      <a:pt x="1664448" y="1625443"/>
                      <a:pt x="1656491" y="1634822"/>
                      <a:pt x="1645920" y="1639520"/>
                    </a:cubicBezTo>
                    <a:cubicBezTo>
                      <a:pt x="1627377" y="1647761"/>
                      <a:pt x="1605052" y="1647515"/>
                      <a:pt x="1588168" y="1658771"/>
                    </a:cubicBezTo>
                    <a:cubicBezTo>
                      <a:pt x="1578543" y="1665188"/>
                      <a:pt x="1569863" y="1673323"/>
                      <a:pt x="1559292" y="1678021"/>
                    </a:cubicBezTo>
                    <a:cubicBezTo>
                      <a:pt x="1512163" y="1698967"/>
                      <a:pt x="1506120" y="1693973"/>
                      <a:pt x="1463040" y="1706897"/>
                    </a:cubicBezTo>
                    <a:cubicBezTo>
                      <a:pt x="1443604" y="1712728"/>
                      <a:pt x="1422172" y="1714892"/>
                      <a:pt x="1405288" y="1726148"/>
                    </a:cubicBezTo>
                    <a:cubicBezTo>
                      <a:pt x="1379329" y="1743453"/>
                      <a:pt x="1377424" y="1748381"/>
                      <a:pt x="1347537" y="1755023"/>
                    </a:cubicBezTo>
                    <a:cubicBezTo>
                      <a:pt x="1270310" y="1772185"/>
                      <a:pt x="1311720" y="1756759"/>
                      <a:pt x="1241659" y="1774274"/>
                    </a:cubicBezTo>
                    <a:cubicBezTo>
                      <a:pt x="1231816" y="1776735"/>
                      <a:pt x="1222408" y="1780691"/>
                      <a:pt x="1212783" y="1783899"/>
                    </a:cubicBezTo>
                    <a:cubicBezTo>
                      <a:pt x="1148628" y="1826670"/>
                      <a:pt x="1147369" y="1835888"/>
                      <a:pt x="1020278" y="1793524"/>
                    </a:cubicBezTo>
                    <a:cubicBezTo>
                      <a:pt x="998329" y="1786208"/>
                      <a:pt x="1003726" y="1743089"/>
                      <a:pt x="981777" y="1735773"/>
                    </a:cubicBezTo>
                    <a:lnTo>
                      <a:pt x="952901" y="1726148"/>
                    </a:lnTo>
                    <a:cubicBezTo>
                      <a:pt x="946484" y="1716523"/>
                      <a:pt x="938823" y="1707619"/>
                      <a:pt x="933650" y="1697272"/>
                    </a:cubicBezTo>
                    <a:cubicBezTo>
                      <a:pt x="929113" y="1688197"/>
                      <a:pt x="930363" y="1676319"/>
                      <a:pt x="924025" y="1668396"/>
                    </a:cubicBezTo>
                    <a:cubicBezTo>
                      <a:pt x="916798" y="1659363"/>
                      <a:pt x="904774" y="1655562"/>
                      <a:pt x="895149" y="1649145"/>
                    </a:cubicBezTo>
                    <a:cubicBezTo>
                      <a:pt x="888732" y="1639520"/>
                      <a:pt x="881072" y="1630617"/>
                      <a:pt x="875899" y="1620270"/>
                    </a:cubicBezTo>
                    <a:cubicBezTo>
                      <a:pt x="871361" y="1611195"/>
                      <a:pt x="872611" y="1599317"/>
                      <a:pt x="866273" y="1591394"/>
                    </a:cubicBezTo>
                    <a:cubicBezTo>
                      <a:pt x="847882" y="1568405"/>
                      <a:pt x="831773" y="1574143"/>
                      <a:pt x="808522" y="1562518"/>
                    </a:cubicBezTo>
                    <a:cubicBezTo>
                      <a:pt x="798175" y="1557345"/>
                      <a:pt x="789271" y="1549685"/>
                      <a:pt x="779646" y="1543268"/>
                    </a:cubicBezTo>
                    <a:lnTo>
                      <a:pt x="721894" y="1456640"/>
                    </a:lnTo>
                    <a:cubicBezTo>
                      <a:pt x="715477" y="1447015"/>
                      <a:pt x="713618" y="1431422"/>
                      <a:pt x="702644" y="1427764"/>
                    </a:cubicBezTo>
                    <a:lnTo>
                      <a:pt x="673768" y="1418139"/>
                    </a:lnTo>
                    <a:cubicBezTo>
                      <a:pt x="664143" y="1408514"/>
                      <a:pt x="653249" y="1400008"/>
                      <a:pt x="644892" y="1389263"/>
                    </a:cubicBezTo>
                    <a:cubicBezTo>
                      <a:pt x="630688" y="1371001"/>
                      <a:pt x="606391" y="1331512"/>
                      <a:pt x="606391" y="1331512"/>
                    </a:cubicBezTo>
                    <a:cubicBezTo>
                      <a:pt x="582199" y="1258934"/>
                      <a:pt x="617646" y="1345580"/>
                      <a:pt x="567890" y="1283385"/>
                    </a:cubicBezTo>
                    <a:cubicBezTo>
                      <a:pt x="561552" y="1275463"/>
                      <a:pt x="562802" y="1263585"/>
                      <a:pt x="558265" y="1254510"/>
                    </a:cubicBezTo>
                    <a:cubicBezTo>
                      <a:pt x="542223" y="1222426"/>
                      <a:pt x="539014" y="1225634"/>
                      <a:pt x="510139" y="1206383"/>
                    </a:cubicBezTo>
                    <a:lnTo>
                      <a:pt x="490888" y="1148632"/>
                    </a:lnTo>
                    <a:cubicBezTo>
                      <a:pt x="487680" y="1139007"/>
                      <a:pt x="490888" y="1122964"/>
                      <a:pt x="481263" y="1119756"/>
                    </a:cubicBezTo>
                    <a:lnTo>
                      <a:pt x="452387" y="1110131"/>
                    </a:lnTo>
                    <a:cubicBezTo>
                      <a:pt x="445970" y="1100506"/>
                      <a:pt x="441317" y="1089435"/>
                      <a:pt x="433137" y="1081255"/>
                    </a:cubicBezTo>
                    <a:cubicBezTo>
                      <a:pt x="424957" y="1073075"/>
                      <a:pt x="411488" y="1071037"/>
                      <a:pt x="404261" y="1062004"/>
                    </a:cubicBezTo>
                    <a:cubicBezTo>
                      <a:pt x="397923" y="1054082"/>
                      <a:pt x="399172" y="1042204"/>
                      <a:pt x="394635" y="1033129"/>
                    </a:cubicBezTo>
                    <a:cubicBezTo>
                      <a:pt x="366512" y="976885"/>
                      <a:pt x="381889" y="1031827"/>
                      <a:pt x="365760" y="975377"/>
                    </a:cubicBezTo>
                    <a:cubicBezTo>
                      <a:pt x="362126" y="962657"/>
                      <a:pt x="362050" y="948708"/>
                      <a:pt x="356134" y="936876"/>
                    </a:cubicBezTo>
                    <a:cubicBezTo>
                      <a:pt x="345787" y="916182"/>
                      <a:pt x="317633" y="879124"/>
                      <a:pt x="317633" y="879124"/>
                    </a:cubicBezTo>
                    <a:cubicBezTo>
                      <a:pt x="282532" y="773820"/>
                      <a:pt x="338513" y="933322"/>
                      <a:pt x="288758" y="821373"/>
                    </a:cubicBezTo>
                    <a:cubicBezTo>
                      <a:pt x="280517" y="802830"/>
                      <a:pt x="280763" y="780505"/>
                      <a:pt x="269507" y="763621"/>
                    </a:cubicBezTo>
                    <a:cubicBezTo>
                      <a:pt x="263090" y="753996"/>
                      <a:pt x="254955" y="745316"/>
                      <a:pt x="250257" y="734745"/>
                    </a:cubicBezTo>
                    <a:cubicBezTo>
                      <a:pt x="231953" y="693562"/>
                      <a:pt x="232583" y="677698"/>
                      <a:pt x="221381" y="638493"/>
                    </a:cubicBezTo>
                    <a:cubicBezTo>
                      <a:pt x="218594" y="628737"/>
                      <a:pt x="216682" y="618486"/>
                      <a:pt x="211755" y="609617"/>
                    </a:cubicBezTo>
                    <a:cubicBezTo>
                      <a:pt x="200519" y="589392"/>
                      <a:pt x="173254" y="551865"/>
                      <a:pt x="173254" y="551865"/>
                    </a:cubicBezTo>
                    <a:cubicBezTo>
                      <a:pt x="138153" y="446561"/>
                      <a:pt x="194134" y="606063"/>
                      <a:pt x="144379" y="494114"/>
                    </a:cubicBezTo>
                    <a:cubicBezTo>
                      <a:pt x="136138" y="475571"/>
                      <a:pt x="136384" y="453246"/>
                      <a:pt x="125128" y="436362"/>
                    </a:cubicBezTo>
                    <a:cubicBezTo>
                      <a:pt x="118711" y="426737"/>
                      <a:pt x="110576" y="418058"/>
                      <a:pt x="105878" y="407487"/>
                    </a:cubicBezTo>
                    <a:cubicBezTo>
                      <a:pt x="105873" y="407477"/>
                      <a:pt x="81816" y="335303"/>
                      <a:pt x="77002" y="320859"/>
                    </a:cubicBezTo>
                    <a:lnTo>
                      <a:pt x="57751" y="263108"/>
                    </a:lnTo>
                    <a:cubicBezTo>
                      <a:pt x="54542" y="253483"/>
                      <a:pt x="50587" y="244075"/>
                      <a:pt x="48126" y="234232"/>
                    </a:cubicBezTo>
                    <a:cubicBezTo>
                      <a:pt x="33579" y="176042"/>
                      <a:pt x="42686" y="208286"/>
                      <a:pt x="19250" y="137979"/>
                    </a:cubicBezTo>
                    <a:lnTo>
                      <a:pt x="9625" y="109103"/>
                    </a:lnTo>
                    <a:lnTo>
                      <a:pt x="0" y="80228"/>
                    </a:lnTo>
                    <a:cubicBezTo>
                      <a:pt x="3208" y="54560"/>
                      <a:pt x="-3209" y="25684"/>
                      <a:pt x="9625" y="3225"/>
                    </a:cubicBezTo>
                    <a:cubicBezTo>
                      <a:pt x="14659" y="-5584"/>
                      <a:pt x="31327" y="5677"/>
                      <a:pt x="38501" y="12851"/>
                    </a:cubicBezTo>
                    <a:cubicBezTo>
                      <a:pt x="45675" y="20025"/>
                      <a:pt x="43199" y="32858"/>
                      <a:pt x="48126" y="41727"/>
                    </a:cubicBezTo>
                    <a:cubicBezTo>
                      <a:pt x="83228" y="104911"/>
                      <a:pt x="68637" y="93481"/>
                      <a:pt x="115503" y="109103"/>
                    </a:cubicBezTo>
                    <a:cubicBezTo>
                      <a:pt x="125128" y="115520"/>
                      <a:pt x="136199" y="120174"/>
                      <a:pt x="144379" y="128354"/>
                    </a:cubicBezTo>
                    <a:cubicBezTo>
                      <a:pt x="152559" y="136534"/>
                      <a:pt x="154596" y="150003"/>
                      <a:pt x="163629" y="157230"/>
                    </a:cubicBezTo>
                    <a:cubicBezTo>
                      <a:pt x="171552" y="163568"/>
                      <a:pt x="183430" y="162318"/>
                      <a:pt x="192505" y="166855"/>
                    </a:cubicBezTo>
                    <a:cubicBezTo>
                      <a:pt x="202852" y="172028"/>
                      <a:pt x="211756" y="179688"/>
                      <a:pt x="221381" y="186105"/>
                    </a:cubicBezTo>
                    <a:cubicBezTo>
                      <a:pt x="237182" y="233508"/>
                      <a:pt x="219694" y="200742"/>
                      <a:pt x="259882" y="234232"/>
                    </a:cubicBezTo>
                    <a:cubicBezTo>
                      <a:pt x="270339" y="242946"/>
                      <a:pt x="276859" y="256497"/>
                      <a:pt x="288758" y="263108"/>
                    </a:cubicBezTo>
                    <a:cubicBezTo>
                      <a:pt x="306496" y="272962"/>
                      <a:pt x="346509" y="282358"/>
                      <a:pt x="346509" y="282358"/>
                    </a:cubicBezTo>
                    <a:cubicBezTo>
                      <a:pt x="356134" y="288775"/>
                      <a:pt x="367205" y="293429"/>
                      <a:pt x="375385" y="301609"/>
                    </a:cubicBezTo>
                    <a:cubicBezTo>
                      <a:pt x="383565" y="309789"/>
                      <a:pt x="385929" y="322867"/>
                      <a:pt x="394635" y="330484"/>
                    </a:cubicBezTo>
                    <a:cubicBezTo>
                      <a:pt x="412047" y="345719"/>
                      <a:pt x="433136" y="356151"/>
                      <a:pt x="452387" y="368985"/>
                    </a:cubicBezTo>
                    <a:cubicBezTo>
                      <a:pt x="489706" y="393864"/>
                      <a:pt x="470287" y="384578"/>
                      <a:pt x="510139" y="397861"/>
                    </a:cubicBezTo>
                    <a:cubicBezTo>
                      <a:pt x="519764" y="404278"/>
                      <a:pt x="528443" y="412414"/>
                      <a:pt x="539014" y="417112"/>
                    </a:cubicBezTo>
                    <a:cubicBezTo>
                      <a:pt x="557557" y="425353"/>
                      <a:pt x="596766" y="436362"/>
                      <a:pt x="596766" y="436362"/>
                    </a:cubicBezTo>
                    <a:cubicBezTo>
                      <a:pt x="606391" y="442779"/>
                      <a:pt x="617462" y="447433"/>
                      <a:pt x="625642" y="455613"/>
                    </a:cubicBezTo>
                    <a:cubicBezTo>
                      <a:pt x="633822" y="463793"/>
                      <a:pt x="635082" y="478358"/>
                      <a:pt x="644892" y="484489"/>
                    </a:cubicBezTo>
                    <a:cubicBezTo>
                      <a:pt x="662100" y="495244"/>
                      <a:pt x="682958" y="498818"/>
                      <a:pt x="702644" y="503739"/>
                    </a:cubicBezTo>
                    <a:cubicBezTo>
                      <a:pt x="769331" y="520410"/>
                      <a:pt x="727997" y="511903"/>
                      <a:pt x="827772" y="522990"/>
                    </a:cubicBezTo>
                    <a:cubicBezTo>
                      <a:pt x="924845" y="555346"/>
                      <a:pt x="774251" y="505970"/>
                      <a:pt x="895149" y="542240"/>
                    </a:cubicBezTo>
                    <a:cubicBezTo>
                      <a:pt x="914585" y="548071"/>
                      <a:pt x="936017" y="550235"/>
                      <a:pt x="952901" y="561491"/>
                    </a:cubicBezTo>
                    <a:cubicBezTo>
                      <a:pt x="998660" y="591996"/>
                      <a:pt x="970804" y="577084"/>
                      <a:pt x="1039528" y="599992"/>
                    </a:cubicBezTo>
                    <a:lnTo>
                      <a:pt x="1068404" y="609617"/>
                    </a:lnTo>
                    <a:cubicBezTo>
                      <a:pt x="1078029" y="612825"/>
                      <a:pt x="1087236" y="617807"/>
                      <a:pt x="1097280" y="619242"/>
                    </a:cubicBezTo>
                    <a:cubicBezTo>
                      <a:pt x="1209236" y="635237"/>
                      <a:pt x="1142028" y="627252"/>
                      <a:pt x="1299410" y="638493"/>
                    </a:cubicBezTo>
                    <a:cubicBezTo>
                      <a:pt x="1309035" y="641701"/>
                      <a:pt x="1318140" y="648118"/>
                      <a:pt x="1328286" y="648118"/>
                    </a:cubicBezTo>
                    <a:cubicBezTo>
                      <a:pt x="1389859" y="648118"/>
                      <a:pt x="1458991" y="644318"/>
                      <a:pt x="1520791" y="628868"/>
                    </a:cubicBezTo>
                    <a:cubicBezTo>
                      <a:pt x="1530634" y="626407"/>
                      <a:pt x="1539659" y="620910"/>
                      <a:pt x="1549667" y="619242"/>
                    </a:cubicBezTo>
                    <a:cubicBezTo>
                      <a:pt x="1578325" y="614466"/>
                      <a:pt x="1607418" y="612825"/>
                      <a:pt x="1636294" y="609617"/>
                    </a:cubicBezTo>
                    <a:cubicBezTo>
                      <a:pt x="1654189" y="603652"/>
                      <a:pt x="1686007" y="592226"/>
                      <a:pt x="1703671" y="590367"/>
                    </a:cubicBezTo>
                    <a:cubicBezTo>
                      <a:pt x="1751639" y="585318"/>
                      <a:pt x="1799924" y="583950"/>
                      <a:pt x="1848050" y="580741"/>
                    </a:cubicBezTo>
                    <a:cubicBezTo>
                      <a:pt x="1869574" y="575360"/>
                      <a:pt x="1930241" y="561240"/>
                      <a:pt x="1944303" y="551865"/>
                    </a:cubicBezTo>
                    <a:lnTo>
                      <a:pt x="2030930" y="494114"/>
                    </a:lnTo>
                    <a:cubicBezTo>
                      <a:pt x="2040555" y="487697"/>
                      <a:pt x="2048831" y="478521"/>
                      <a:pt x="2059806" y="474863"/>
                    </a:cubicBezTo>
                    <a:cubicBezTo>
                      <a:pt x="2124364" y="453344"/>
                      <a:pt x="2138413" y="401069"/>
                      <a:pt x="2156059" y="436362"/>
                    </a:cubicBezTo>
                    <a:close/>
                  </a:path>
                </a:pathLst>
              </a:custGeom>
              <a:solidFill>
                <a:srgbClr val="F9B6B1"/>
              </a:solidFill>
              <a:ln>
                <a:solidFill>
                  <a:srgbClr val="F4726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Freeform: Shape 6">
                <a:extLst>
                  <a:ext uri="{FF2B5EF4-FFF2-40B4-BE49-F238E27FC236}">
                    <a16:creationId xmlns:a16="http://schemas.microsoft.com/office/drawing/2014/main" id="{5E76F297-5C3B-4D00-939E-D5C711A50F9F}"/>
                  </a:ext>
                </a:extLst>
              </p:cNvPr>
              <p:cNvSpPr/>
              <p:nvPr/>
            </p:nvSpPr>
            <p:spPr>
              <a:xfrm>
                <a:off x="2886933" y="3570849"/>
                <a:ext cx="1225549" cy="2478648"/>
              </a:xfrm>
              <a:custGeom>
                <a:avLst/>
                <a:gdLst>
                  <a:gd name="connsiteX0" fmla="*/ 145025 w 1225549"/>
                  <a:gd name="connsiteY0" fmla="*/ 123 h 2478648"/>
                  <a:gd name="connsiteX1" fmla="*/ 125775 w 1225549"/>
                  <a:gd name="connsiteY1" fmla="*/ 96376 h 2478648"/>
                  <a:gd name="connsiteX2" fmla="*/ 106524 w 1225549"/>
                  <a:gd name="connsiteY2" fmla="*/ 154127 h 2478648"/>
                  <a:gd name="connsiteX3" fmla="*/ 77648 w 1225549"/>
                  <a:gd name="connsiteY3" fmla="*/ 211879 h 2478648"/>
                  <a:gd name="connsiteX4" fmla="*/ 58398 w 1225549"/>
                  <a:gd name="connsiteY4" fmla="*/ 327382 h 2478648"/>
                  <a:gd name="connsiteX5" fmla="*/ 48772 w 1225549"/>
                  <a:gd name="connsiteY5" fmla="*/ 356258 h 2478648"/>
                  <a:gd name="connsiteX6" fmla="*/ 39147 w 1225549"/>
                  <a:gd name="connsiteY6" fmla="*/ 404384 h 2478648"/>
                  <a:gd name="connsiteX7" fmla="*/ 19897 w 1225549"/>
                  <a:gd name="connsiteY7" fmla="*/ 760519 h 2478648"/>
                  <a:gd name="connsiteX8" fmla="*/ 10271 w 1225549"/>
                  <a:gd name="connsiteY8" fmla="*/ 789395 h 2478648"/>
                  <a:gd name="connsiteX9" fmla="*/ 646 w 1225549"/>
                  <a:gd name="connsiteY9" fmla="*/ 827896 h 2478648"/>
                  <a:gd name="connsiteX10" fmla="*/ 19897 w 1225549"/>
                  <a:gd name="connsiteY10" fmla="*/ 1299534 h 2478648"/>
                  <a:gd name="connsiteX11" fmla="*/ 29522 w 1225549"/>
                  <a:gd name="connsiteY11" fmla="*/ 1328409 h 2478648"/>
                  <a:gd name="connsiteX12" fmla="*/ 39147 w 1225549"/>
                  <a:gd name="connsiteY12" fmla="*/ 1588292 h 2478648"/>
                  <a:gd name="connsiteX13" fmla="*/ 48772 w 1225549"/>
                  <a:gd name="connsiteY13" fmla="*/ 1742296 h 2478648"/>
                  <a:gd name="connsiteX14" fmla="*/ 68023 w 1225549"/>
                  <a:gd name="connsiteY14" fmla="*/ 1848174 h 2478648"/>
                  <a:gd name="connsiteX15" fmla="*/ 87274 w 1225549"/>
                  <a:gd name="connsiteY15" fmla="*/ 2031054 h 2478648"/>
                  <a:gd name="connsiteX16" fmla="*/ 106524 w 1225549"/>
                  <a:gd name="connsiteY16" fmla="*/ 2088805 h 2478648"/>
                  <a:gd name="connsiteX17" fmla="*/ 116149 w 1225549"/>
                  <a:gd name="connsiteY17" fmla="*/ 2271685 h 2478648"/>
                  <a:gd name="connsiteX18" fmla="*/ 145025 w 1225549"/>
                  <a:gd name="connsiteY18" fmla="*/ 2396814 h 2478648"/>
                  <a:gd name="connsiteX19" fmla="*/ 173901 w 1225549"/>
                  <a:gd name="connsiteY19" fmla="*/ 2425689 h 2478648"/>
                  <a:gd name="connsiteX20" fmla="*/ 231652 w 1225549"/>
                  <a:gd name="connsiteY20" fmla="*/ 2444940 h 2478648"/>
                  <a:gd name="connsiteX21" fmla="*/ 327905 w 1225549"/>
                  <a:gd name="connsiteY21" fmla="*/ 2464191 h 2478648"/>
                  <a:gd name="connsiteX22" fmla="*/ 453034 w 1225549"/>
                  <a:gd name="connsiteY22" fmla="*/ 2464191 h 2478648"/>
                  <a:gd name="connsiteX23" fmla="*/ 481909 w 1225549"/>
                  <a:gd name="connsiteY23" fmla="*/ 2435315 h 2478648"/>
                  <a:gd name="connsiteX24" fmla="*/ 510785 w 1225549"/>
                  <a:gd name="connsiteY24" fmla="*/ 2377563 h 2478648"/>
                  <a:gd name="connsiteX25" fmla="*/ 539661 w 1225549"/>
                  <a:gd name="connsiteY25" fmla="*/ 2319812 h 2478648"/>
                  <a:gd name="connsiteX26" fmla="*/ 568537 w 1225549"/>
                  <a:gd name="connsiteY26" fmla="*/ 2262060 h 2478648"/>
                  <a:gd name="connsiteX27" fmla="*/ 578162 w 1225549"/>
                  <a:gd name="connsiteY27" fmla="*/ 2233184 h 2478648"/>
                  <a:gd name="connsiteX28" fmla="*/ 626288 w 1225549"/>
                  <a:gd name="connsiteY28" fmla="*/ 2223559 h 2478648"/>
                  <a:gd name="connsiteX29" fmla="*/ 655164 w 1225549"/>
                  <a:gd name="connsiteY29" fmla="*/ 2213934 h 2478648"/>
                  <a:gd name="connsiteX30" fmla="*/ 684040 w 1225549"/>
                  <a:gd name="connsiteY30" fmla="*/ 2194683 h 2478648"/>
                  <a:gd name="connsiteX31" fmla="*/ 741791 w 1225549"/>
                  <a:gd name="connsiteY31" fmla="*/ 2175433 h 2478648"/>
                  <a:gd name="connsiteX32" fmla="*/ 770667 w 1225549"/>
                  <a:gd name="connsiteY32" fmla="*/ 2165807 h 2478648"/>
                  <a:gd name="connsiteX33" fmla="*/ 799543 w 1225549"/>
                  <a:gd name="connsiteY33" fmla="*/ 2156182 h 2478648"/>
                  <a:gd name="connsiteX34" fmla="*/ 828419 w 1225549"/>
                  <a:gd name="connsiteY34" fmla="*/ 2146557 h 2478648"/>
                  <a:gd name="connsiteX35" fmla="*/ 857295 w 1225549"/>
                  <a:gd name="connsiteY35" fmla="*/ 2127306 h 2478648"/>
                  <a:gd name="connsiteX36" fmla="*/ 915046 w 1225549"/>
                  <a:gd name="connsiteY36" fmla="*/ 2108056 h 2478648"/>
                  <a:gd name="connsiteX37" fmla="*/ 972798 w 1225549"/>
                  <a:gd name="connsiteY37" fmla="*/ 2069555 h 2478648"/>
                  <a:gd name="connsiteX38" fmla="*/ 1001674 w 1225549"/>
                  <a:gd name="connsiteY38" fmla="*/ 2050304 h 2478648"/>
                  <a:gd name="connsiteX39" fmla="*/ 1020924 w 1225549"/>
                  <a:gd name="connsiteY39" fmla="*/ 2021428 h 2478648"/>
                  <a:gd name="connsiteX40" fmla="*/ 1049800 w 1225549"/>
                  <a:gd name="connsiteY40" fmla="*/ 2011803 h 2478648"/>
                  <a:gd name="connsiteX41" fmla="*/ 1088301 w 1225549"/>
                  <a:gd name="connsiteY41" fmla="*/ 2002178 h 2478648"/>
                  <a:gd name="connsiteX42" fmla="*/ 1136427 w 1225549"/>
                  <a:gd name="connsiteY42" fmla="*/ 1992553 h 2478648"/>
                  <a:gd name="connsiteX43" fmla="*/ 1194179 w 1225549"/>
                  <a:gd name="connsiteY43" fmla="*/ 1973302 h 2478648"/>
                  <a:gd name="connsiteX44" fmla="*/ 1213429 w 1225549"/>
                  <a:gd name="connsiteY44" fmla="*/ 1944426 h 2478648"/>
                  <a:gd name="connsiteX45" fmla="*/ 1213429 w 1225549"/>
                  <a:gd name="connsiteY45" fmla="*/ 1819298 h 2478648"/>
                  <a:gd name="connsiteX46" fmla="*/ 1184554 w 1225549"/>
                  <a:gd name="connsiteY46" fmla="*/ 1800047 h 2478648"/>
                  <a:gd name="connsiteX47" fmla="*/ 1126802 w 1225549"/>
                  <a:gd name="connsiteY47" fmla="*/ 1780797 h 2478648"/>
                  <a:gd name="connsiteX48" fmla="*/ 1097926 w 1225549"/>
                  <a:gd name="connsiteY48" fmla="*/ 1771172 h 2478648"/>
                  <a:gd name="connsiteX49" fmla="*/ 1049800 w 1225549"/>
                  <a:gd name="connsiteY49" fmla="*/ 1694169 h 2478648"/>
                  <a:gd name="connsiteX50" fmla="*/ 982423 w 1225549"/>
                  <a:gd name="connsiteY50" fmla="*/ 1617167 h 2478648"/>
                  <a:gd name="connsiteX51" fmla="*/ 943922 w 1225549"/>
                  <a:gd name="connsiteY51" fmla="*/ 1569041 h 2478648"/>
                  <a:gd name="connsiteX52" fmla="*/ 895796 w 1225549"/>
                  <a:gd name="connsiteY52" fmla="*/ 1482414 h 2478648"/>
                  <a:gd name="connsiteX53" fmla="*/ 838044 w 1225549"/>
                  <a:gd name="connsiteY53" fmla="*/ 1453538 h 2478648"/>
                  <a:gd name="connsiteX54" fmla="*/ 799543 w 1225549"/>
                  <a:gd name="connsiteY54" fmla="*/ 1395786 h 2478648"/>
                  <a:gd name="connsiteX55" fmla="*/ 780292 w 1225549"/>
                  <a:gd name="connsiteY55" fmla="*/ 1366911 h 2478648"/>
                  <a:gd name="connsiteX56" fmla="*/ 751417 w 1225549"/>
                  <a:gd name="connsiteY56" fmla="*/ 1347660 h 2478648"/>
                  <a:gd name="connsiteX57" fmla="*/ 712916 w 1225549"/>
                  <a:gd name="connsiteY57" fmla="*/ 1289908 h 2478648"/>
                  <a:gd name="connsiteX58" fmla="*/ 693665 w 1225549"/>
                  <a:gd name="connsiteY58" fmla="*/ 1261033 h 2478648"/>
                  <a:gd name="connsiteX59" fmla="*/ 664789 w 1225549"/>
                  <a:gd name="connsiteY59" fmla="*/ 1174405 h 2478648"/>
                  <a:gd name="connsiteX60" fmla="*/ 655164 w 1225549"/>
                  <a:gd name="connsiteY60" fmla="*/ 1145529 h 2478648"/>
                  <a:gd name="connsiteX61" fmla="*/ 635914 w 1225549"/>
                  <a:gd name="connsiteY61" fmla="*/ 1116654 h 2478648"/>
                  <a:gd name="connsiteX62" fmla="*/ 626288 w 1225549"/>
                  <a:gd name="connsiteY62" fmla="*/ 1087778 h 2478648"/>
                  <a:gd name="connsiteX63" fmla="*/ 597412 w 1225549"/>
                  <a:gd name="connsiteY63" fmla="*/ 1068527 h 2478648"/>
                  <a:gd name="connsiteX64" fmla="*/ 578162 w 1225549"/>
                  <a:gd name="connsiteY64" fmla="*/ 1039652 h 2478648"/>
                  <a:gd name="connsiteX65" fmla="*/ 549286 w 1225549"/>
                  <a:gd name="connsiteY65" fmla="*/ 1010776 h 2478648"/>
                  <a:gd name="connsiteX66" fmla="*/ 530036 w 1225549"/>
                  <a:gd name="connsiteY66" fmla="*/ 953024 h 2478648"/>
                  <a:gd name="connsiteX67" fmla="*/ 520410 w 1225549"/>
                  <a:gd name="connsiteY67" fmla="*/ 924148 h 2478648"/>
                  <a:gd name="connsiteX68" fmla="*/ 510785 w 1225549"/>
                  <a:gd name="connsiteY68" fmla="*/ 895273 h 2478648"/>
                  <a:gd name="connsiteX69" fmla="*/ 472284 w 1225549"/>
                  <a:gd name="connsiteY69" fmla="*/ 837521 h 2478648"/>
                  <a:gd name="connsiteX70" fmla="*/ 453034 w 1225549"/>
                  <a:gd name="connsiteY70" fmla="*/ 808645 h 2478648"/>
                  <a:gd name="connsiteX71" fmla="*/ 414532 w 1225549"/>
                  <a:gd name="connsiteY71" fmla="*/ 693142 h 2478648"/>
                  <a:gd name="connsiteX72" fmla="*/ 404907 w 1225549"/>
                  <a:gd name="connsiteY72" fmla="*/ 664266 h 2478648"/>
                  <a:gd name="connsiteX73" fmla="*/ 395282 w 1225549"/>
                  <a:gd name="connsiteY73" fmla="*/ 635391 h 2478648"/>
                  <a:gd name="connsiteX74" fmla="*/ 356781 w 1225549"/>
                  <a:gd name="connsiteY74" fmla="*/ 529513 h 2478648"/>
                  <a:gd name="connsiteX75" fmla="*/ 337530 w 1225549"/>
                  <a:gd name="connsiteY75" fmla="*/ 471761 h 2478648"/>
                  <a:gd name="connsiteX76" fmla="*/ 327905 w 1225549"/>
                  <a:gd name="connsiteY76" fmla="*/ 442885 h 2478648"/>
                  <a:gd name="connsiteX77" fmla="*/ 299029 w 1225549"/>
                  <a:gd name="connsiteY77" fmla="*/ 385134 h 2478648"/>
                  <a:gd name="connsiteX78" fmla="*/ 279779 w 1225549"/>
                  <a:gd name="connsiteY78" fmla="*/ 356258 h 2478648"/>
                  <a:gd name="connsiteX79" fmla="*/ 250903 w 1225549"/>
                  <a:gd name="connsiteY79" fmla="*/ 298506 h 2478648"/>
                  <a:gd name="connsiteX80" fmla="*/ 222027 w 1225549"/>
                  <a:gd name="connsiteY80" fmla="*/ 192628 h 2478648"/>
                  <a:gd name="connsiteX81" fmla="*/ 212402 w 1225549"/>
                  <a:gd name="connsiteY81" fmla="*/ 154127 h 2478648"/>
                  <a:gd name="connsiteX82" fmla="*/ 202777 w 1225549"/>
                  <a:gd name="connsiteY82" fmla="*/ 77125 h 2478648"/>
                  <a:gd name="connsiteX83" fmla="*/ 145025 w 1225549"/>
                  <a:gd name="connsiteY83" fmla="*/ 123 h 2478648"/>
                  <a:gd name="connsiteX0" fmla="*/ 145025 w 1225549"/>
                  <a:gd name="connsiteY0" fmla="*/ 123 h 2478648"/>
                  <a:gd name="connsiteX1" fmla="*/ 125775 w 1225549"/>
                  <a:gd name="connsiteY1" fmla="*/ 96376 h 2478648"/>
                  <a:gd name="connsiteX2" fmla="*/ 106524 w 1225549"/>
                  <a:gd name="connsiteY2" fmla="*/ 154127 h 2478648"/>
                  <a:gd name="connsiteX3" fmla="*/ 77648 w 1225549"/>
                  <a:gd name="connsiteY3" fmla="*/ 211879 h 2478648"/>
                  <a:gd name="connsiteX4" fmla="*/ 58398 w 1225549"/>
                  <a:gd name="connsiteY4" fmla="*/ 327382 h 2478648"/>
                  <a:gd name="connsiteX5" fmla="*/ 48772 w 1225549"/>
                  <a:gd name="connsiteY5" fmla="*/ 356258 h 2478648"/>
                  <a:gd name="connsiteX6" fmla="*/ 39147 w 1225549"/>
                  <a:gd name="connsiteY6" fmla="*/ 404384 h 2478648"/>
                  <a:gd name="connsiteX7" fmla="*/ 19897 w 1225549"/>
                  <a:gd name="connsiteY7" fmla="*/ 760519 h 2478648"/>
                  <a:gd name="connsiteX8" fmla="*/ 10271 w 1225549"/>
                  <a:gd name="connsiteY8" fmla="*/ 789395 h 2478648"/>
                  <a:gd name="connsiteX9" fmla="*/ 646 w 1225549"/>
                  <a:gd name="connsiteY9" fmla="*/ 827896 h 2478648"/>
                  <a:gd name="connsiteX10" fmla="*/ 19897 w 1225549"/>
                  <a:gd name="connsiteY10" fmla="*/ 1299534 h 2478648"/>
                  <a:gd name="connsiteX11" fmla="*/ 29522 w 1225549"/>
                  <a:gd name="connsiteY11" fmla="*/ 1328409 h 2478648"/>
                  <a:gd name="connsiteX12" fmla="*/ 39147 w 1225549"/>
                  <a:gd name="connsiteY12" fmla="*/ 1588292 h 2478648"/>
                  <a:gd name="connsiteX13" fmla="*/ 48772 w 1225549"/>
                  <a:gd name="connsiteY13" fmla="*/ 1742296 h 2478648"/>
                  <a:gd name="connsiteX14" fmla="*/ 68023 w 1225549"/>
                  <a:gd name="connsiteY14" fmla="*/ 1848174 h 2478648"/>
                  <a:gd name="connsiteX15" fmla="*/ 87274 w 1225549"/>
                  <a:gd name="connsiteY15" fmla="*/ 2031054 h 2478648"/>
                  <a:gd name="connsiteX16" fmla="*/ 106524 w 1225549"/>
                  <a:gd name="connsiteY16" fmla="*/ 2088805 h 2478648"/>
                  <a:gd name="connsiteX17" fmla="*/ 116149 w 1225549"/>
                  <a:gd name="connsiteY17" fmla="*/ 2271685 h 2478648"/>
                  <a:gd name="connsiteX18" fmla="*/ 145025 w 1225549"/>
                  <a:gd name="connsiteY18" fmla="*/ 2396814 h 2478648"/>
                  <a:gd name="connsiteX19" fmla="*/ 173901 w 1225549"/>
                  <a:gd name="connsiteY19" fmla="*/ 2425689 h 2478648"/>
                  <a:gd name="connsiteX20" fmla="*/ 231652 w 1225549"/>
                  <a:gd name="connsiteY20" fmla="*/ 2444940 h 2478648"/>
                  <a:gd name="connsiteX21" fmla="*/ 327905 w 1225549"/>
                  <a:gd name="connsiteY21" fmla="*/ 2464191 h 2478648"/>
                  <a:gd name="connsiteX22" fmla="*/ 453034 w 1225549"/>
                  <a:gd name="connsiteY22" fmla="*/ 2464191 h 2478648"/>
                  <a:gd name="connsiteX23" fmla="*/ 481909 w 1225549"/>
                  <a:gd name="connsiteY23" fmla="*/ 2435315 h 2478648"/>
                  <a:gd name="connsiteX24" fmla="*/ 510785 w 1225549"/>
                  <a:gd name="connsiteY24" fmla="*/ 2377563 h 2478648"/>
                  <a:gd name="connsiteX25" fmla="*/ 539661 w 1225549"/>
                  <a:gd name="connsiteY25" fmla="*/ 2319812 h 2478648"/>
                  <a:gd name="connsiteX26" fmla="*/ 568537 w 1225549"/>
                  <a:gd name="connsiteY26" fmla="*/ 2262060 h 2478648"/>
                  <a:gd name="connsiteX27" fmla="*/ 578162 w 1225549"/>
                  <a:gd name="connsiteY27" fmla="*/ 2233184 h 2478648"/>
                  <a:gd name="connsiteX28" fmla="*/ 645538 w 1225549"/>
                  <a:gd name="connsiteY28" fmla="*/ 2242810 h 2478648"/>
                  <a:gd name="connsiteX29" fmla="*/ 655164 w 1225549"/>
                  <a:gd name="connsiteY29" fmla="*/ 2213934 h 2478648"/>
                  <a:gd name="connsiteX30" fmla="*/ 684040 w 1225549"/>
                  <a:gd name="connsiteY30" fmla="*/ 2194683 h 2478648"/>
                  <a:gd name="connsiteX31" fmla="*/ 741791 w 1225549"/>
                  <a:gd name="connsiteY31" fmla="*/ 2175433 h 2478648"/>
                  <a:gd name="connsiteX32" fmla="*/ 770667 w 1225549"/>
                  <a:gd name="connsiteY32" fmla="*/ 2165807 h 2478648"/>
                  <a:gd name="connsiteX33" fmla="*/ 799543 w 1225549"/>
                  <a:gd name="connsiteY33" fmla="*/ 2156182 h 2478648"/>
                  <a:gd name="connsiteX34" fmla="*/ 828419 w 1225549"/>
                  <a:gd name="connsiteY34" fmla="*/ 2146557 h 2478648"/>
                  <a:gd name="connsiteX35" fmla="*/ 857295 w 1225549"/>
                  <a:gd name="connsiteY35" fmla="*/ 2127306 h 2478648"/>
                  <a:gd name="connsiteX36" fmla="*/ 915046 w 1225549"/>
                  <a:gd name="connsiteY36" fmla="*/ 2108056 h 2478648"/>
                  <a:gd name="connsiteX37" fmla="*/ 972798 w 1225549"/>
                  <a:gd name="connsiteY37" fmla="*/ 2069555 h 2478648"/>
                  <a:gd name="connsiteX38" fmla="*/ 1001674 w 1225549"/>
                  <a:gd name="connsiteY38" fmla="*/ 2050304 h 2478648"/>
                  <a:gd name="connsiteX39" fmla="*/ 1020924 w 1225549"/>
                  <a:gd name="connsiteY39" fmla="*/ 2021428 h 2478648"/>
                  <a:gd name="connsiteX40" fmla="*/ 1049800 w 1225549"/>
                  <a:gd name="connsiteY40" fmla="*/ 2011803 h 2478648"/>
                  <a:gd name="connsiteX41" fmla="*/ 1088301 w 1225549"/>
                  <a:gd name="connsiteY41" fmla="*/ 2002178 h 2478648"/>
                  <a:gd name="connsiteX42" fmla="*/ 1136427 w 1225549"/>
                  <a:gd name="connsiteY42" fmla="*/ 1992553 h 2478648"/>
                  <a:gd name="connsiteX43" fmla="*/ 1194179 w 1225549"/>
                  <a:gd name="connsiteY43" fmla="*/ 1973302 h 2478648"/>
                  <a:gd name="connsiteX44" fmla="*/ 1213429 w 1225549"/>
                  <a:gd name="connsiteY44" fmla="*/ 1944426 h 2478648"/>
                  <a:gd name="connsiteX45" fmla="*/ 1213429 w 1225549"/>
                  <a:gd name="connsiteY45" fmla="*/ 1819298 h 2478648"/>
                  <a:gd name="connsiteX46" fmla="*/ 1184554 w 1225549"/>
                  <a:gd name="connsiteY46" fmla="*/ 1800047 h 2478648"/>
                  <a:gd name="connsiteX47" fmla="*/ 1126802 w 1225549"/>
                  <a:gd name="connsiteY47" fmla="*/ 1780797 h 2478648"/>
                  <a:gd name="connsiteX48" fmla="*/ 1097926 w 1225549"/>
                  <a:gd name="connsiteY48" fmla="*/ 1771172 h 2478648"/>
                  <a:gd name="connsiteX49" fmla="*/ 1049800 w 1225549"/>
                  <a:gd name="connsiteY49" fmla="*/ 1694169 h 2478648"/>
                  <a:gd name="connsiteX50" fmla="*/ 982423 w 1225549"/>
                  <a:gd name="connsiteY50" fmla="*/ 1617167 h 2478648"/>
                  <a:gd name="connsiteX51" fmla="*/ 943922 w 1225549"/>
                  <a:gd name="connsiteY51" fmla="*/ 1569041 h 2478648"/>
                  <a:gd name="connsiteX52" fmla="*/ 895796 w 1225549"/>
                  <a:gd name="connsiteY52" fmla="*/ 1482414 h 2478648"/>
                  <a:gd name="connsiteX53" fmla="*/ 838044 w 1225549"/>
                  <a:gd name="connsiteY53" fmla="*/ 1453538 h 2478648"/>
                  <a:gd name="connsiteX54" fmla="*/ 799543 w 1225549"/>
                  <a:gd name="connsiteY54" fmla="*/ 1395786 h 2478648"/>
                  <a:gd name="connsiteX55" fmla="*/ 780292 w 1225549"/>
                  <a:gd name="connsiteY55" fmla="*/ 1366911 h 2478648"/>
                  <a:gd name="connsiteX56" fmla="*/ 751417 w 1225549"/>
                  <a:gd name="connsiteY56" fmla="*/ 1347660 h 2478648"/>
                  <a:gd name="connsiteX57" fmla="*/ 712916 w 1225549"/>
                  <a:gd name="connsiteY57" fmla="*/ 1289908 h 2478648"/>
                  <a:gd name="connsiteX58" fmla="*/ 693665 w 1225549"/>
                  <a:gd name="connsiteY58" fmla="*/ 1261033 h 2478648"/>
                  <a:gd name="connsiteX59" fmla="*/ 664789 w 1225549"/>
                  <a:gd name="connsiteY59" fmla="*/ 1174405 h 2478648"/>
                  <a:gd name="connsiteX60" fmla="*/ 655164 w 1225549"/>
                  <a:gd name="connsiteY60" fmla="*/ 1145529 h 2478648"/>
                  <a:gd name="connsiteX61" fmla="*/ 635914 w 1225549"/>
                  <a:gd name="connsiteY61" fmla="*/ 1116654 h 2478648"/>
                  <a:gd name="connsiteX62" fmla="*/ 626288 w 1225549"/>
                  <a:gd name="connsiteY62" fmla="*/ 1087778 h 2478648"/>
                  <a:gd name="connsiteX63" fmla="*/ 597412 w 1225549"/>
                  <a:gd name="connsiteY63" fmla="*/ 1068527 h 2478648"/>
                  <a:gd name="connsiteX64" fmla="*/ 578162 w 1225549"/>
                  <a:gd name="connsiteY64" fmla="*/ 1039652 h 2478648"/>
                  <a:gd name="connsiteX65" fmla="*/ 549286 w 1225549"/>
                  <a:gd name="connsiteY65" fmla="*/ 1010776 h 2478648"/>
                  <a:gd name="connsiteX66" fmla="*/ 530036 w 1225549"/>
                  <a:gd name="connsiteY66" fmla="*/ 953024 h 2478648"/>
                  <a:gd name="connsiteX67" fmla="*/ 520410 w 1225549"/>
                  <a:gd name="connsiteY67" fmla="*/ 924148 h 2478648"/>
                  <a:gd name="connsiteX68" fmla="*/ 510785 w 1225549"/>
                  <a:gd name="connsiteY68" fmla="*/ 895273 h 2478648"/>
                  <a:gd name="connsiteX69" fmla="*/ 472284 w 1225549"/>
                  <a:gd name="connsiteY69" fmla="*/ 837521 h 2478648"/>
                  <a:gd name="connsiteX70" fmla="*/ 453034 w 1225549"/>
                  <a:gd name="connsiteY70" fmla="*/ 808645 h 2478648"/>
                  <a:gd name="connsiteX71" fmla="*/ 414532 w 1225549"/>
                  <a:gd name="connsiteY71" fmla="*/ 693142 h 2478648"/>
                  <a:gd name="connsiteX72" fmla="*/ 404907 w 1225549"/>
                  <a:gd name="connsiteY72" fmla="*/ 664266 h 2478648"/>
                  <a:gd name="connsiteX73" fmla="*/ 395282 w 1225549"/>
                  <a:gd name="connsiteY73" fmla="*/ 635391 h 2478648"/>
                  <a:gd name="connsiteX74" fmla="*/ 356781 w 1225549"/>
                  <a:gd name="connsiteY74" fmla="*/ 529513 h 2478648"/>
                  <a:gd name="connsiteX75" fmla="*/ 337530 w 1225549"/>
                  <a:gd name="connsiteY75" fmla="*/ 471761 h 2478648"/>
                  <a:gd name="connsiteX76" fmla="*/ 327905 w 1225549"/>
                  <a:gd name="connsiteY76" fmla="*/ 442885 h 2478648"/>
                  <a:gd name="connsiteX77" fmla="*/ 299029 w 1225549"/>
                  <a:gd name="connsiteY77" fmla="*/ 385134 h 2478648"/>
                  <a:gd name="connsiteX78" fmla="*/ 279779 w 1225549"/>
                  <a:gd name="connsiteY78" fmla="*/ 356258 h 2478648"/>
                  <a:gd name="connsiteX79" fmla="*/ 250903 w 1225549"/>
                  <a:gd name="connsiteY79" fmla="*/ 298506 h 2478648"/>
                  <a:gd name="connsiteX80" fmla="*/ 222027 w 1225549"/>
                  <a:gd name="connsiteY80" fmla="*/ 192628 h 2478648"/>
                  <a:gd name="connsiteX81" fmla="*/ 212402 w 1225549"/>
                  <a:gd name="connsiteY81" fmla="*/ 154127 h 2478648"/>
                  <a:gd name="connsiteX82" fmla="*/ 202777 w 1225549"/>
                  <a:gd name="connsiteY82" fmla="*/ 77125 h 2478648"/>
                  <a:gd name="connsiteX83" fmla="*/ 145025 w 1225549"/>
                  <a:gd name="connsiteY83" fmla="*/ 123 h 2478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1225549" h="2478648">
                    <a:moveTo>
                      <a:pt x="145025" y="123"/>
                    </a:moveTo>
                    <a:cubicBezTo>
                      <a:pt x="132191" y="3331"/>
                      <a:pt x="136543" y="60482"/>
                      <a:pt x="125775" y="96376"/>
                    </a:cubicBezTo>
                    <a:cubicBezTo>
                      <a:pt x="119944" y="115812"/>
                      <a:pt x="117780" y="137243"/>
                      <a:pt x="106524" y="154127"/>
                    </a:cubicBezTo>
                    <a:cubicBezTo>
                      <a:pt x="85434" y="185763"/>
                      <a:pt x="87610" y="177012"/>
                      <a:pt x="77648" y="211879"/>
                    </a:cubicBezTo>
                    <a:cubicBezTo>
                      <a:pt x="58523" y="278816"/>
                      <a:pt x="75973" y="230720"/>
                      <a:pt x="58398" y="327382"/>
                    </a:cubicBezTo>
                    <a:cubicBezTo>
                      <a:pt x="56583" y="337364"/>
                      <a:pt x="51233" y="346415"/>
                      <a:pt x="48772" y="356258"/>
                    </a:cubicBezTo>
                    <a:cubicBezTo>
                      <a:pt x="44804" y="372129"/>
                      <a:pt x="42355" y="388342"/>
                      <a:pt x="39147" y="404384"/>
                    </a:cubicBezTo>
                    <a:cubicBezTo>
                      <a:pt x="36829" y="457706"/>
                      <a:pt x="29137" y="681979"/>
                      <a:pt x="19897" y="760519"/>
                    </a:cubicBezTo>
                    <a:cubicBezTo>
                      <a:pt x="18711" y="770596"/>
                      <a:pt x="13058" y="779639"/>
                      <a:pt x="10271" y="789395"/>
                    </a:cubicBezTo>
                    <a:cubicBezTo>
                      <a:pt x="6637" y="802115"/>
                      <a:pt x="3854" y="815062"/>
                      <a:pt x="646" y="827896"/>
                    </a:cubicBezTo>
                    <a:cubicBezTo>
                      <a:pt x="1599" y="867929"/>
                      <a:pt x="-7242" y="1163841"/>
                      <a:pt x="19897" y="1299534"/>
                    </a:cubicBezTo>
                    <a:cubicBezTo>
                      <a:pt x="21887" y="1309483"/>
                      <a:pt x="26314" y="1318784"/>
                      <a:pt x="29522" y="1328409"/>
                    </a:cubicBezTo>
                    <a:cubicBezTo>
                      <a:pt x="32730" y="1415037"/>
                      <a:pt x="35120" y="1501699"/>
                      <a:pt x="39147" y="1588292"/>
                    </a:cubicBezTo>
                    <a:cubicBezTo>
                      <a:pt x="41537" y="1639671"/>
                      <a:pt x="44500" y="1691039"/>
                      <a:pt x="48772" y="1742296"/>
                    </a:cubicBezTo>
                    <a:cubicBezTo>
                      <a:pt x="54818" y="1814851"/>
                      <a:pt x="52116" y="1800452"/>
                      <a:pt x="68023" y="1848174"/>
                    </a:cubicBezTo>
                    <a:cubicBezTo>
                      <a:pt x="72259" y="1907486"/>
                      <a:pt x="71197" y="1972106"/>
                      <a:pt x="87274" y="2031054"/>
                    </a:cubicBezTo>
                    <a:cubicBezTo>
                      <a:pt x="92613" y="2050631"/>
                      <a:pt x="106524" y="2088805"/>
                      <a:pt x="106524" y="2088805"/>
                    </a:cubicBezTo>
                    <a:cubicBezTo>
                      <a:pt x="109732" y="2149765"/>
                      <a:pt x="111467" y="2210820"/>
                      <a:pt x="116149" y="2271685"/>
                    </a:cubicBezTo>
                    <a:cubicBezTo>
                      <a:pt x="117472" y="2288888"/>
                      <a:pt x="128594" y="2380384"/>
                      <a:pt x="145025" y="2396814"/>
                    </a:cubicBezTo>
                    <a:cubicBezTo>
                      <a:pt x="154650" y="2406439"/>
                      <a:pt x="162002" y="2419078"/>
                      <a:pt x="173901" y="2425689"/>
                    </a:cubicBezTo>
                    <a:cubicBezTo>
                      <a:pt x="191639" y="2435544"/>
                      <a:pt x="212402" y="2438523"/>
                      <a:pt x="231652" y="2444940"/>
                    </a:cubicBezTo>
                    <a:cubicBezTo>
                      <a:pt x="282047" y="2461738"/>
                      <a:pt x="250493" y="2453131"/>
                      <a:pt x="327905" y="2464191"/>
                    </a:cubicBezTo>
                    <a:cubicBezTo>
                      <a:pt x="376528" y="2480398"/>
                      <a:pt x="381144" y="2486311"/>
                      <a:pt x="453034" y="2464191"/>
                    </a:cubicBezTo>
                    <a:cubicBezTo>
                      <a:pt x="466044" y="2460188"/>
                      <a:pt x="472284" y="2444940"/>
                      <a:pt x="481909" y="2435315"/>
                    </a:cubicBezTo>
                    <a:cubicBezTo>
                      <a:pt x="506107" y="2362727"/>
                      <a:pt x="473464" y="2452207"/>
                      <a:pt x="510785" y="2377563"/>
                    </a:cubicBezTo>
                    <a:cubicBezTo>
                      <a:pt x="550627" y="2297876"/>
                      <a:pt x="484500" y="2402549"/>
                      <a:pt x="539661" y="2319812"/>
                    </a:cubicBezTo>
                    <a:cubicBezTo>
                      <a:pt x="563854" y="2247232"/>
                      <a:pt x="531219" y="2336696"/>
                      <a:pt x="568537" y="2262060"/>
                    </a:cubicBezTo>
                    <a:cubicBezTo>
                      <a:pt x="573074" y="2252985"/>
                      <a:pt x="565329" y="2236392"/>
                      <a:pt x="578162" y="2233184"/>
                    </a:cubicBezTo>
                    <a:cubicBezTo>
                      <a:pt x="590995" y="2229976"/>
                      <a:pt x="629667" y="2246778"/>
                      <a:pt x="645538" y="2242810"/>
                    </a:cubicBezTo>
                    <a:cubicBezTo>
                      <a:pt x="655381" y="2240349"/>
                      <a:pt x="645539" y="2217142"/>
                      <a:pt x="655164" y="2213934"/>
                    </a:cubicBezTo>
                    <a:cubicBezTo>
                      <a:pt x="664789" y="2207517"/>
                      <a:pt x="673469" y="2199381"/>
                      <a:pt x="684040" y="2194683"/>
                    </a:cubicBezTo>
                    <a:cubicBezTo>
                      <a:pt x="702583" y="2186442"/>
                      <a:pt x="722541" y="2181850"/>
                      <a:pt x="741791" y="2175433"/>
                    </a:cubicBezTo>
                    <a:lnTo>
                      <a:pt x="770667" y="2165807"/>
                    </a:lnTo>
                    <a:lnTo>
                      <a:pt x="799543" y="2156182"/>
                    </a:lnTo>
                    <a:lnTo>
                      <a:pt x="828419" y="2146557"/>
                    </a:lnTo>
                    <a:cubicBezTo>
                      <a:pt x="838044" y="2140140"/>
                      <a:pt x="846724" y="2132004"/>
                      <a:pt x="857295" y="2127306"/>
                    </a:cubicBezTo>
                    <a:cubicBezTo>
                      <a:pt x="875838" y="2119065"/>
                      <a:pt x="915046" y="2108056"/>
                      <a:pt x="915046" y="2108056"/>
                    </a:cubicBezTo>
                    <a:lnTo>
                      <a:pt x="972798" y="2069555"/>
                    </a:lnTo>
                    <a:lnTo>
                      <a:pt x="1001674" y="2050304"/>
                    </a:lnTo>
                    <a:cubicBezTo>
                      <a:pt x="1008091" y="2040679"/>
                      <a:pt x="1011891" y="2028655"/>
                      <a:pt x="1020924" y="2021428"/>
                    </a:cubicBezTo>
                    <a:cubicBezTo>
                      <a:pt x="1028847" y="2015090"/>
                      <a:pt x="1040044" y="2014590"/>
                      <a:pt x="1049800" y="2011803"/>
                    </a:cubicBezTo>
                    <a:cubicBezTo>
                      <a:pt x="1062520" y="2008169"/>
                      <a:pt x="1075387" y="2005048"/>
                      <a:pt x="1088301" y="2002178"/>
                    </a:cubicBezTo>
                    <a:cubicBezTo>
                      <a:pt x="1104271" y="1998629"/>
                      <a:pt x="1120644" y="1996858"/>
                      <a:pt x="1136427" y="1992553"/>
                    </a:cubicBezTo>
                    <a:cubicBezTo>
                      <a:pt x="1156004" y="1987214"/>
                      <a:pt x="1194179" y="1973302"/>
                      <a:pt x="1194179" y="1973302"/>
                    </a:cubicBezTo>
                    <a:cubicBezTo>
                      <a:pt x="1200596" y="1963677"/>
                      <a:pt x="1208256" y="1954773"/>
                      <a:pt x="1213429" y="1944426"/>
                    </a:cubicBezTo>
                    <a:cubicBezTo>
                      <a:pt x="1232532" y="1906222"/>
                      <a:pt x="1226356" y="1858080"/>
                      <a:pt x="1213429" y="1819298"/>
                    </a:cubicBezTo>
                    <a:cubicBezTo>
                      <a:pt x="1209771" y="1808324"/>
                      <a:pt x="1195125" y="1804745"/>
                      <a:pt x="1184554" y="1800047"/>
                    </a:cubicBezTo>
                    <a:cubicBezTo>
                      <a:pt x="1166011" y="1791806"/>
                      <a:pt x="1146053" y="1787214"/>
                      <a:pt x="1126802" y="1780797"/>
                    </a:cubicBezTo>
                    <a:lnTo>
                      <a:pt x="1097926" y="1771172"/>
                    </a:lnTo>
                    <a:cubicBezTo>
                      <a:pt x="1028656" y="1724991"/>
                      <a:pt x="1113947" y="1790389"/>
                      <a:pt x="1049800" y="1694169"/>
                    </a:cubicBezTo>
                    <a:cubicBezTo>
                      <a:pt x="1004882" y="1626793"/>
                      <a:pt x="1030549" y="1649252"/>
                      <a:pt x="982423" y="1617167"/>
                    </a:cubicBezTo>
                    <a:cubicBezTo>
                      <a:pt x="958230" y="1544588"/>
                      <a:pt x="993679" y="1631238"/>
                      <a:pt x="943922" y="1569041"/>
                    </a:cubicBezTo>
                    <a:cubicBezTo>
                      <a:pt x="919267" y="1538221"/>
                      <a:pt x="957516" y="1502989"/>
                      <a:pt x="895796" y="1482414"/>
                    </a:cubicBezTo>
                    <a:cubicBezTo>
                      <a:pt x="855946" y="1469130"/>
                      <a:pt x="875362" y="1478416"/>
                      <a:pt x="838044" y="1453538"/>
                    </a:cubicBezTo>
                    <a:lnTo>
                      <a:pt x="799543" y="1395786"/>
                    </a:lnTo>
                    <a:cubicBezTo>
                      <a:pt x="793126" y="1386161"/>
                      <a:pt x="789917" y="1373328"/>
                      <a:pt x="780292" y="1366911"/>
                    </a:cubicBezTo>
                    <a:lnTo>
                      <a:pt x="751417" y="1347660"/>
                    </a:lnTo>
                    <a:lnTo>
                      <a:pt x="712916" y="1289908"/>
                    </a:lnTo>
                    <a:lnTo>
                      <a:pt x="693665" y="1261033"/>
                    </a:lnTo>
                    <a:lnTo>
                      <a:pt x="664789" y="1174405"/>
                    </a:lnTo>
                    <a:cubicBezTo>
                      <a:pt x="661581" y="1164780"/>
                      <a:pt x="660792" y="1153971"/>
                      <a:pt x="655164" y="1145529"/>
                    </a:cubicBezTo>
                    <a:cubicBezTo>
                      <a:pt x="648747" y="1135904"/>
                      <a:pt x="641087" y="1127001"/>
                      <a:pt x="635914" y="1116654"/>
                    </a:cubicBezTo>
                    <a:cubicBezTo>
                      <a:pt x="631376" y="1107579"/>
                      <a:pt x="632626" y="1095701"/>
                      <a:pt x="626288" y="1087778"/>
                    </a:cubicBezTo>
                    <a:cubicBezTo>
                      <a:pt x="619061" y="1078745"/>
                      <a:pt x="607037" y="1074944"/>
                      <a:pt x="597412" y="1068527"/>
                    </a:cubicBezTo>
                    <a:cubicBezTo>
                      <a:pt x="590995" y="1058902"/>
                      <a:pt x="585568" y="1048539"/>
                      <a:pt x="578162" y="1039652"/>
                    </a:cubicBezTo>
                    <a:cubicBezTo>
                      <a:pt x="569448" y="1029195"/>
                      <a:pt x="555897" y="1022675"/>
                      <a:pt x="549286" y="1010776"/>
                    </a:cubicBezTo>
                    <a:cubicBezTo>
                      <a:pt x="539431" y="993038"/>
                      <a:pt x="536453" y="972275"/>
                      <a:pt x="530036" y="953024"/>
                    </a:cubicBezTo>
                    <a:lnTo>
                      <a:pt x="520410" y="924148"/>
                    </a:lnTo>
                    <a:cubicBezTo>
                      <a:pt x="517202" y="914523"/>
                      <a:pt x="516413" y="903715"/>
                      <a:pt x="510785" y="895273"/>
                    </a:cubicBezTo>
                    <a:lnTo>
                      <a:pt x="472284" y="837521"/>
                    </a:lnTo>
                    <a:cubicBezTo>
                      <a:pt x="465867" y="827896"/>
                      <a:pt x="456692" y="819619"/>
                      <a:pt x="453034" y="808645"/>
                    </a:cubicBezTo>
                    <a:lnTo>
                      <a:pt x="414532" y="693142"/>
                    </a:lnTo>
                    <a:lnTo>
                      <a:pt x="404907" y="664266"/>
                    </a:lnTo>
                    <a:cubicBezTo>
                      <a:pt x="401699" y="654641"/>
                      <a:pt x="397743" y="645234"/>
                      <a:pt x="395282" y="635391"/>
                    </a:cubicBezTo>
                    <a:cubicBezTo>
                      <a:pt x="373225" y="547166"/>
                      <a:pt x="390707" y="580402"/>
                      <a:pt x="356781" y="529513"/>
                    </a:cubicBezTo>
                    <a:lnTo>
                      <a:pt x="337530" y="471761"/>
                    </a:lnTo>
                    <a:cubicBezTo>
                      <a:pt x="334322" y="462136"/>
                      <a:pt x="333533" y="451327"/>
                      <a:pt x="327905" y="442885"/>
                    </a:cubicBezTo>
                    <a:cubicBezTo>
                      <a:pt x="272737" y="360130"/>
                      <a:pt x="338880" y="464834"/>
                      <a:pt x="299029" y="385134"/>
                    </a:cubicBezTo>
                    <a:cubicBezTo>
                      <a:pt x="293856" y="374787"/>
                      <a:pt x="284952" y="366605"/>
                      <a:pt x="279779" y="356258"/>
                    </a:cubicBezTo>
                    <a:cubicBezTo>
                      <a:pt x="239934" y="276565"/>
                      <a:pt x="306068" y="381252"/>
                      <a:pt x="250903" y="298506"/>
                    </a:cubicBezTo>
                    <a:cubicBezTo>
                      <a:pt x="220854" y="208363"/>
                      <a:pt x="240166" y="274256"/>
                      <a:pt x="222027" y="192628"/>
                    </a:cubicBezTo>
                    <a:cubicBezTo>
                      <a:pt x="219157" y="179714"/>
                      <a:pt x="214577" y="167176"/>
                      <a:pt x="212402" y="154127"/>
                    </a:cubicBezTo>
                    <a:cubicBezTo>
                      <a:pt x="208150" y="128612"/>
                      <a:pt x="208197" y="102418"/>
                      <a:pt x="202777" y="77125"/>
                    </a:cubicBezTo>
                    <a:cubicBezTo>
                      <a:pt x="198525" y="57284"/>
                      <a:pt x="157859" y="-3085"/>
                      <a:pt x="145025" y="123"/>
                    </a:cubicBezTo>
                    <a:close/>
                  </a:path>
                </a:pathLst>
              </a:custGeom>
              <a:solidFill>
                <a:srgbClr val="F9B6B1"/>
              </a:solidFill>
              <a:ln>
                <a:solidFill>
                  <a:srgbClr val="F4726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Freeform: Shape 7">
                <a:extLst>
                  <a:ext uri="{FF2B5EF4-FFF2-40B4-BE49-F238E27FC236}">
                    <a16:creationId xmlns:a16="http://schemas.microsoft.com/office/drawing/2014/main" id="{ABFC7529-B838-47CA-8F0E-9BC8E6F15CC1}"/>
                  </a:ext>
                </a:extLst>
              </p:cNvPr>
              <p:cNvSpPr/>
              <p:nvPr/>
            </p:nvSpPr>
            <p:spPr>
              <a:xfrm>
                <a:off x="5707781" y="1270534"/>
                <a:ext cx="2310383" cy="4078608"/>
              </a:xfrm>
              <a:custGeom>
                <a:avLst/>
                <a:gdLst>
                  <a:gd name="connsiteX0" fmla="*/ 269508 w 2310383"/>
                  <a:gd name="connsiteY0" fmla="*/ 972152 h 4078608"/>
                  <a:gd name="connsiteX1" fmla="*/ 259882 w 2310383"/>
                  <a:gd name="connsiteY1" fmla="*/ 924026 h 4078608"/>
                  <a:gd name="connsiteX2" fmla="*/ 240632 w 2310383"/>
                  <a:gd name="connsiteY2" fmla="*/ 866274 h 4078608"/>
                  <a:gd name="connsiteX3" fmla="*/ 250257 w 2310383"/>
                  <a:gd name="connsiteY3" fmla="*/ 673769 h 4078608"/>
                  <a:gd name="connsiteX4" fmla="*/ 269508 w 2310383"/>
                  <a:gd name="connsiteY4" fmla="*/ 596767 h 4078608"/>
                  <a:gd name="connsiteX5" fmla="*/ 279133 w 2310383"/>
                  <a:gd name="connsiteY5" fmla="*/ 539015 h 4078608"/>
                  <a:gd name="connsiteX6" fmla="*/ 298383 w 2310383"/>
                  <a:gd name="connsiteY6" fmla="*/ 481263 h 4078608"/>
                  <a:gd name="connsiteX7" fmla="*/ 308009 w 2310383"/>
                  <a:gd name="connsiteY7" fmla="*/ 452388 h 4078608"/>
                  <a:gd name="connsiteX8" fmla="*/ 336884 w 2310383"/>
                  <a:gd name="connsiteY8" fmla="*/ 346510 h 4078608"/>
                  <a:gd name="connsiteX9" fmla="*/ 356135 w 2310383"/>
                  <a:gd name="connsiteY9" fmla="*/ 317634 h 4078608"/>
                  <a:gd name="connsiteX10" fmla="*/ 365760 w 2310383"/>
                  <a:gd name="connsiteY10" fmla="*/ 288758 h 4078608"/>
                  <a:gd name="connsiteX11" fmla="*/ 404261 w 2310383"/>
                  <a:gd name="connsiteY11" fmla="*/ 231007 h 4078608"/>
                  <a:gd name="connsiteX12" fmla="*/ 413887 w 2310383"/>
                  <a:gd name="connsiteY12" fmla="*/ 202131 h 4078608"/>
                  <a:gd name="connsiteX13" fmla="*/ 442762 w 2310383"/>
                  <a:gd name="connsiteY13" fmla="*/ 192506 h 4078608"/>
                  <a:gd name="connsiteX14" fmla="*/ 481263 w 2310383"/>
                  <a:gd name="connsiteY14" fmla="*/ 154004 h 4078608"/>
                  <a:gd name="connsiteX15" fmla="*/ 510139 w 2310383"/>
                  <a:gd name="connsiteY15" fmla="*/ 125129 h 4078608"/>
                  <a:gd name="connsiteX16" fmla="*/ 567891 w 2310383"/>
                  <a:gd name="connsiteY16" fmla="*/ 105878 h 4078608"/>
                  <a:gd name="connsiteX17" fmla="*/ 596767 w 2310383"/>
                  <a:gd name="connsiteY17" fmla="*/ 86628 h 4078608"/>
                  <a:gd name="connsiteX18" fmla="*/ 644893 w 2310383"/>
                  <a:gd name="connsiteY18" fmla="*/ 48127 h 4078608"/>
                  <a:gd name="connsiteX19" fmla="*/ 673769 w 2310383"/>
                  <a:gd name="connsiteY19" fmla="*/ 28876 h 4078608"/>
                  <a:gd name="connsiteX20" fmla="*/ 856649 w 2310383"/>
                  <a:gd name="connsiteY20" fmla="*/ 0 h 4078608"/>
                  <a:gd name="connsiteX21" fmla="*/ 1058779 w 2310383"/>
                  <a:gd name="connsiteY21" fmla="*/ 9626 h 4078608"/>
                  <a:gd name="connsiteX22" fmla="*/ 1116531 w 2310383"/>
                  <a:gd name="connsiteY22" fmla="*/ 28876 h 4078608"/>
                  <a:gd name="connsiteX23" fmla="*/ 1203158 w 2310383"/>
                  <a:gd name="connsiteY23" fmla="*/ 86628 h 4078608"/>
                  <a:gd name="connsiteX24" fmla="*/ 1232034 w 2310383"/>
                  <a:gd name="connsiteY24" fmla="*/ 105878 h 4078608"/>
                  <a:gd name="connsiteX25" fmla="*/ 1260910 w 2310383"/>
                  <a:gd name="connsiteY25" fmla="*/ 115503 h 4078608"/>
                  <a:gd name="connsiteX26" fmla="*/ 1280160 w 2310383"/>
                  <a:gd name="connsiteY26" fmla="*/ 144379 h 4078608"/>
                  <a:gd name="connsiteX27" fmla="*/ 1337912 w 2310383"/>
                  <a:gd name="connsiteY27" fmla="*/ 163630 h 4078608"/>
                  <a:gd name="connsiteX28" fmla="*/ 1366788 w 2310383"/>
                  <a:gd name="connsiteY28" fmla="*/ 192506 h 4078608"/>
                  <a:gd name="connsiteX29" fmla="*/ 1386038 w 2310383"/>
                  <a:gd name="connsiteY29" fmla="*/ 221381 h 4078608"/>
                  <a:gd name="connsiteX30" fmla="*/ 1414914 w 2310383"/>
                  <a:gd name="connsiteY30" fmla="*/ 240632 h 4078608"/>
                  <a:gd name="connsiteX31" fmla="*/ 1463040 w 2310383"/>
                  <a:gd name="connsiteY31" fmla="*/ 288758 h 4078608"/>
                  <a:gd name="connsiteX32" fmla="*/ 1482291 w 2310383"/>
                  <a:gd name="connsiteY32" fmla="*/ 317634 h 4078608"/>
                  <a:gd name="connsiteX33" fmla="*/ 1540042 w 2310383"/>
                  <a:gd name="connsiteY33" fmla="*/ 356135 h 4078608"/>
                  <a:gd name="connsiteX34" fmla="*/ 1559293 w 2310383"/>
                  <a:gd name="connsiteY34" fmla="*/ 385011 h 4078608"/>
                  <a:gd name="connsiteX35" fmla="*/ 1588169 w 2310383"/>
                  <a:gd name="connsiteY35" fmla="*/ 404261 h 4078608"/>
                  <a:gd name="connsiteX36" fmla="*/ 1626670 w 2310383"/>
                  <a:gd name="connsiteY36" fmla="*/ 462013 h 4078608"/>
                  <a:gd name="connsiteX37" fmla="*/ 1645920 w 2310383"/>
                  <a:gd name="connsiteY37" fmla="*/ 490889 h 4078608"/>
                  <a:gd name="connsiteX38" fmla="*/ 1665171 w 2310383"/>
                  <a:gd name="connsiteY38" fmla="*/ 519764 h 4078608"/>
                  <a:gd name="connsiteX39" fmla="*/ 1703672 w 2310383"/>
                  <a:gd name="connsiteY39" fmla="*/ 577516 h 4078608"/>
                  <a:gd name="connsiteX40" fmla="*/ 1722922 w 2310383"/>
                  <a:gd name="connsiteY40" fmla="*/ 606392 h 4078608"/>
                  <a:gd name="connsiteX41" fmla="*/ 1780674 w 2310383"/>
                  <a:gd name="connsiteY41" fmla="*/ 644893 h 4078608"/>
                  <a:gd name="connsiteX42" fmla="*/ 1819175 w 2310383"/>
                  <a:gd name="connsiteY42" fmla="*/ 693019 h 4078608"/>
                  <a:gd name="connsiteX43" fmla="*/ 1857676 w 2310383"/>
                  <a:gd name="connsiteY43" fmla="*/ 750771 h 4078608"/>
                  <a:gd name="connsiteX44" fmla="*/ 1867301 w 2310383"/>
                  <a:gd name="connsiteY44" fmla="*/ 779647 h 4078608"/>
                  <a:gd name="connsiteX45" fmla="*/ 1896177 w 2310383"/>
                  <a:gd name="connsiteY45" fmla="*/ 808522 h 4078608"/>
                  <a:gd name="connsiteX46" fmla="*/ 1915428 w 2310383"/>
                  <a:gd name="connsiteY46" fmla="*/ 837398 h 4078608"/>
                  <a:gd name="connsiteX47" fmla="*/ 1963554 w 2310383"/>
                  <a:gd name="connsiteY47" fmla="*/ 924026 h 4078608"/>
                  <a:gd name="connsiteX48" fmla="*/ 1982804 w 2310383"/>
                  <a:gd name="connsiteY48" fmla="*/ 952901 h 4078608"/>
                  <a:gd name="connsiteX49" fmla="*/ 2011680 w 2310383"/>
                  <a:gd name="connsiteY49" fmla="*/ 1010653 h 4078608"/>
                  <a:gd name="connsiteX50" fmla="*/ 2107933 w 2310383"/>
                  <a:gd name="connsiteY50" fmla="*/ 1126156 h 4078608"/>
                  <a:gd name="connsiteX51" fmla="*/ 2127183 w 2310383"/>
                  <a:gd name="connsiteY51" fmla="*/ 1155032 h 4078608"/>
                  <a:gd name="connsiteX52" fmla="*/ 2175310 w 2310383"/>
                  <a:gd name="connsiteY52" fmla="*/ 1241659 h 4078608"/>
                  <a:gd name="connsiteX53" fmla="*/ 2194560 w 2310383"/>
                  <a:gd name="connsiteY53" fmla="*/ 1270535 h 4078608"/>
                  <a:gd name="connsiteX54" fmla="*/ 2213811 w 2310383"/>
                  <a:gd name="connsiteY54" fmla="*/ 1328287 h 4078608"/>
                  <a:gd name="connsiteX55" fmla="*/ 2281188 w 2310383"/>
                  <a:gd name="connsiteY55" fmla="*/ 1414914 h 4078608"/>
                  <a:gd name="connsiteX56" fmla="*/ 2290813 w 2310383"/>
                  <a:gd name="connsiteY56" fmla="*/ 1443790 h 4078608"/>
                  <a:gd name="connsiteX57" fmla="*/ 2310063 w 2310383"/>
                  <a:gd name="connsiteY57" fmla="*/ 1472666 h 4078608"/>
                  <a:gd name="connsiteX58" fmla="*/ 2281188 w 2310383"/>
                  <a:gd name="connsiteY58" fmla="*/ 1665171 h 4078608"/>
                  <a:gd name="connsiteX59" fmla="*/ 2261937 w 2310383"/>
                  <a:gd name="connsiteY59" fmla="*/ 1694047 h 4078608"/>
                  <a:gd name="connsiteX60" fmla="*/ 2233061 w 2310383"/>
                  <a:gd name="connsiteY60" fmla="*/ 1790299 h 4078608"/>
                  <a:gd name="connsiteX61" fmla="*/ 2223436 w 2310383"/>
                  <a:gd name="connsiteY61" fmla="*/ 1925053 h 4078608"/>
                  <a:gd name="connsiteX62" fmla="*/ 2204186 w 2310383"/>
                  <a:gd name="connsiteY62" fmla="*/ 2030931 h 4078608"/>
                  <a:gd name="connsiteX63" fmla="*/ 2175310 w 2310383"/>
                  <a:gd name="connsiteY63" fmla="*/ 2088682 h 4078608"/>
                  <a:gd name="connsiteX64" fmla="*/ 2156059 w 2310383"/>
                  <a:gd name="connsiteY64" fmla="*/ 2146434 h 4078608"/>
                  <a:gd name="connsiteX65" fmla="*/ 2136809 w 2310383"/>
                  <a:gd name="connsiteY65" fmla="*/ 2175310 h 4078608"/>
                  <a:gd name="connsiteX66" fmla="*/ 2117558 w 2310383"/>
                  <a:gd name="connsiteY66" fmla="*/ 2242687 h 4078608"/>
                  <a:gd name="connsiteX67" fmla="*/ 2098308 w 2310383"/>
                  <a:gd name="connsiteY67" fmla="*/ 2300438 h 4078608"/>
                  <a:gd name="connsiteX68" fmla="*/ 2088682 w 2310383"/>
                  <a:gd name="connsiteY68" fmla="*/ 2329314 h 4078608"/>
                  <a:gd name="connsiteX69" fmla="*/ 2069432 w 2310383"/>
                  <a:gd name="connsiteY69" fmla="*/ 2358190 h 4078608"/>
                  <a:gd name="connsiteX70" fmla="*/ 2059807 w 2310383"/>
                  <a:gd name="connsiteY70" fmla="*/ 2387066 h 4078608"/>
                  <a:gd name="connsiteX71" fmla="*/ 2040556 w 2310383"/>
                  <a:gd name="connsiteY71" fmla="*/ 2483318 h 4078608"/>
                  <a:gd name="connsiteX72" fmla="*/ 2011680 w 2310383"/>
                  <a:gd name="connsiteY72" fmla="*/ 2569946 h 4078608"/>
                  <a:gd name="connsiteX73" fmla="*/ 2002055 w 2310383"/>
                  <a:gd name="connsiteY73" fmla="*/ 2598821 h 4078608"/>
                  <a:gd name="connsiteX74" fmla="*/ 1982804 w 2310383"/>
                  <a:gd name="connsiteY74" fmla="*/ 2627697 h 4078608"/>
                  <a:gd name="connsiteX75" fmla="*/ 1963554 w 2310383"/>
                  <a:gd name="connsiteY75" fmla="*/ 2695074 h 4078608"/>
                  <a:gd name="connsiteX76" fmla="*/ 1944303 w 2310383"/>
                  <a:gd name="connsiteY76" fmla="*/ 2752826 h 4078608"/>
                  <a:gd name="connsiteX77" fmla="*/ 1934678 w 2310383"/>
                  <a:gd name="connsiteY77" fmla="*/ 2781701 h 4078608"/>
                  <a:gd name="connsiteX78" fmla="*/ 1896177 w 2310383"/>
                  <a:gd name="connsiteY78" fmla="*/ 2839453 h 4078608"/>
                  <a:gd name="connsiteX79" fmla="*/ 1886552 w 2310383"/>
                  <a:gd name="connsiteY79" fmla="*/ 2868329 h 4078608"/>
                  <a:gd name="connsiteX80" fmla="*/ 1857676 w 2310383"/>
                  <a:gd name="connsiteY80" fmla="*/ 2926080 h 4078608"/>
                  <a:gd name="connsiteX81" fmla="*/ 1838426 w 2310383"/>
                  <a:gd name="connsiteY81" fmla="*/ 3031958 h 4078608"/>
                  <a:gd name="connsiteX82" fmla="*/ 1780674 w 2310383"/>
                  <a:gd name="connsiteY82" fmla="*/ 3080084 h 4078608"/>
                  <a:gd name="connsiteX83" fmla="*/ 1751798 w 2310383"/>
                  <a:gd name="connsiteY83" fmla="*/ 3108960 h 4078608"/>
                  <a:gd name="connsiteX84" fmla="*/ 1732548 w 2310383"/>
                  <a:gd name="connsiteY84" fmla="*/ 3166712 h 4078608"/>
                  <a:gd name="connsiteX85" fmla="*/ 1722922 w 2310383"/>
                  <a:gd name="connsiteY85" fmla="*/ 3195588 h 4078608"/>
                  <a:gd name="connsiteX86" fmla="*/ 1703672 w 2310383"/>
                  <a:gd name="connsiteY86" fmla="*/ 3224463 h 4078608"/>
                  <a:gd name="connsiteX87" fmla="*/ 1694047 w 2310383"/>
                  <a:gd name="connsiteY87" fmla="*/ 3253339 h 4078608"/>
                  <a:gd name="connsiteX88" fmla="*/ 1674796 w 2310383"/>
                  <a:gd name="connsiteY88" fmla="*/ 3282215 h 4078608"/>
                  <a:gd name="connsiteX89" fmla="*/ 1636295 w 2310383"/>
                  <a:gd name="connsiteY89" fmla="*/ 3368842 h 4078608"/>
                  <a:gd name="connsiteX90" fmla="*/ 1597794 w 2310383"/>
                  <a:gd name="connsiteY90" fmla="*/ 3455470 h 4078608"/>
                  <a:gd name="connsiteX91" fmla="*/ 1568918 w 2310383"/>
                  <a:gd name="connsiteY91" fmla="*/ 3474720 h 4078608"/>
                  <a:gd name="connsiteX92" fmla="*/ 1540042 w 2310383"/>
                  <a:gd name="connsiteY92" fmla="*/ 3532472 h 4078608"/>
                  <a:gd name="connsiteX93" fmla="*/ 1511167 w 2310383"/>
                  <a:gd name="connsiteY93" fmla="*/ 3551722 h 4078608"/>
                  <a:gd name="connsiteX94" fmla="*/ 1453415 w 2310383"/>
                  <a:gd name="connsiteY94" fmla="*/ 3599849 h 4078608"/>
                  <a:gd name="connsiteX95" fmla="*/ 1434164 w 2310383"/>
                  <a:gd name="connsiteY95" fmla="*/ 3657600 h 4078608"/>
                  <a:gd name="connsiteX96" fmla="*/ 1424539 w 2310383"/>
                  <a:gd name="connsiteY96" fmla="*/ 3686476 h 4078608"/>
                  <a:gd name="connsiteX97" fmla="*/ 1395663 w 2310383"/>
                  <a:gd name="connsiteY97" fmla="*/ 3705727 h 4078608"/>
                  <a:gd name="connsiteX98" fmla="*/ 1318661 w 2310383"/>
                  <a:gd name="connsiteY98" fmla="*/ 3773103 h 4078608"/>
                  <a:gd name="connsiteX99" fmla="*/ 1260910 w 2310383"/>
                  <a:gd name="connsiteY99" fmla="*/ 3811604 h 4078608"/>
                  <a:gd name="connsiteX100" fmla="*/ 1232034 w 2310383"/>
                  <a:gd name="connsiteY100" fmla="*/ 3821230 h 4078608"/>
                  <a:gd name="connsiteX101" fmla="*/ 1145407 w 2310383"/>
                  <a:gd name="connsiteY101" fmla="*/ 3869356 h 4078608"/>
                  <a:gd name="connsiteX102" fmla="*/ 1116531 w 2310383"/>
                  <a:gd name="connsiteY102" fmla="*/ 3898232 h 4078608"/>
                  <a:gd name="connsiteX103" fmla="*/ 1097280 w 2310383"/>
                  <a:gd name="connsiteY103" fmla="*/ 3927108 h 4078608"/>
                  <a:gd name="connsiteX104" fmla="*/ 1039529 w 2310383"/>
                  <a:gd name="connsiteY104" fmla="*/ 3965609 h 4078608"/>
                  <a:gd name="connsiteX105" fmla="*/ 1010653 w 2310383"/>
                  <a:gd name="connsiteY105" fmla="*/ 3984859 h 4078608"/>
                  <a:gd name="connsiteX106" fmla="*/ 981777 w 2310383"/>
                  <a:gd name="connsiteY106" fmla="*/ 4004110 h 4078608"/>
                  <a:gd name="connsiteX107" fmla="*/ 837398 w 2310383"/>
                  <a:gd name="connsiteY107" fmla="*/ 4032986 h 4078608"/>
                  <a:gd name="connsiteX108" fmla="*/ 798897 w 2310383"/>
                  <a:gd name="connsiteY108" fmla="*/ 4042611 h 4078608"/>
                  <a:gd name="connsiteX109" fmla="*/ 770021 w 2310383"/>
                  <a:gd name="connsiteY109" fmla="*/ 4052236 h 4078608"/>
                  <a:gd name="connsiteX110" fmla="*/ 683394 w 2310383"/>
                  <a:gd name="connsiteY110" fmla="*/ 4061861 h 4078608"/>
                  <a:gd name="connsiteX111" fmla="*/ 625642 w 2310383"/>
                  <a:gd name="connsiteY111" fmla="*/ 4071487 h 4078608"/>
                  <a:gd name="connsiteX112" fmla="*/ 375386 w 2310383"/>
                  <a:gd name="connsiteY112" fmla="*/ 4042611 h 4078608"/>
                  <a:gd name="connsiteX113" fmla="*/ 356135 w 2310383"/>
                  <a:gd name="connsiteY113" fmla="*/ 4013735 h 4078608"/>
                  <a:gd name="connsiteX114" fmla="*/ 317634 w 2310383"/>
                  <a:gd name="connsiteY114" fmla="*/ 3965609 h 4078608"/>
                  <a:gd name="connsiteX115" fmla="*/ 308009 w 2310383"/>
                  <a:gd name="connsiteY115" fmla="*/ 3936733 h 4078608"/>
                  <a:gd name="connsiteX116" fmla="*/ 250257 w 2310383"/>
                  <a:gd name="connsiteY116" fmla="*/ 3907857 h 4078608"/>
                  <a:gd name="connsiteX117" fmla="*/ 231007 w 2310383"/>
                  <a:gd name="connsiteY117" fmla="*/ 3850106 h 4078608"/>
                  <a:gd name="connsiteX118" fmla="*/ 240632 w 2310383"/>
                  <a:gd name="connsiteY118" fmla="*/ 3753853 h 4078608"/>
                  <a:gd name="connsiteX119" fmla="*/ 269508 w 2310383"/>
                  <a:gd name="connsiteY119" fmla="*/ 3676851 h 4078608"/>
                  <a:gd name="connsiteX120" fmla="*/ 298383 w 2310383"/>
                  <a:gd name="connsiteY120" fmla="*/ 3657600 h 4078608"/>
                  <a:gd name="connsiteX121" fmla="*/ 336884 w 2310383"/>
                  <a:gd name="connsiteY121" fmla="*/ 3542097 h 4078608"/>
                  <a:gd name="connsiteX122" fmla="*/ 346510 w 2310383"/>
                  <a:gd name="connsiteY122" fmla="*/ 3513221 h 4078608"/>
                  <a:gd name="connsiteX123" fmla="*/ 356135 w 2310383"/>
                  <a:gd name="connsiteY123" fmla="*/ 3484346 h 4078608"/>
                  <a:gd name="connsiteX124" fmla="*/ 375386 w 2310383"/>
                  <a:gd name="connsiteY124" fmla="*/ 3455470 h 4078608"/>
                  <a:gd name="connsiteX125" fmla="*/ 394636 w 2310383"/>
                  <a:gd name="connsiteY125" fmla="*/ 3388093 h 4078608"/>
                  <a:gd name="connsiteX126" fmla="*/ 413887 w 2310383"/>
                  <a:gd name="connsiteY126" fmla="*/ 3330341 h 4078608"/>
                  <a:gd name="connsiteX127" fmla="*/ 423512 w 2310383"/>
                  <a:gd name="connsiteY127" fmla="*/ 3301466 h 4078608"/>
                  <a:gd name="connsiteX128" fmla="*/ 423512 w 2310383"/>
                  <a:gd name="connsiteY128" fmla="*/ 2974207 h 4078608"/>
                  <a:gd name="connsiteX129" fmla="*/ 413887 w 2310383"/>
                  <a:gd name="connsiteY129" fmla="*/ 2945331 h 4078608"/>
                  <a:gd name="connsiteX130" fmla="*/ 356135 w 2310383"/>
                  <a:gd name="connsiteY130" fmla="*/ 2858703 h 4078608"/>
                  <a:gd name="connsiteX131" fmla="*/ 336884 w 2310383"/>
                  <a:gd name="connsiteY131" fmla="*/ 2829828 h 4078608"/>
                  <a:gd name="connsiteX132" fmla="*/ 317634 w 2310383"/>
                  <a:gd name="connsiteY132" fmla="*/ 2800952 h 4078608"/>
                  <a:gd name="connsiteX133" fmla="*/ 288758 w 2310383"/>
                  <a:gd name="connsiteY133" fmla="*/ 2781701 h 4078608"/>
                  <a:gd name="connsiteX134" fmla="*/ 250257 w 2310383"/>
                  <a:gd name="connsiteY134" fmla="*/ 2733575 h 4078608"/>
                  <a:gd name="connsiteX135" fmla="*/ 211756 w 2310383"/>
                  <a:gd name="connsiteY135" fmla="*/ 2675823 h 4078608"/>
                  <a:gd name="connsiteX136" fmla="*/ 173255 w 2310383"/>
                  <a:gd name="connsiteY136" fmla="*/ 2618072 h 4078608"/>
                  <a:gd name="connsiteX137" fmla="*/ 154004 w 2310383"/>
                  <a:gd name="connsiteY137" fmla="*/ 2589196 h 4078608"/>
                  <a:gd name="connsiteX138" fmla="*/ 125129 w 2310383"/>
                  <a:gd name="connsiteY138" fmla="*/ 2560320 h 4078608"/>
                  <a:gd name="connsiteX139" fmla="*/ 96253 w 2310383"/>
                  <a:gd name="connsiteY139" fmla="*/ 2502569 h 4078608"/>
                  <a:gd name="connsiteX140" fmla="*/ 77002 w 2310383"/>
                  <a:gd name="connsiteY140" fmla="*/ 2444817 h 4078608"/>
                  <a:gd name="connsiteX141" fmla="*/ 67377 w 2310383"/>
                  <a:gd name="connsiteY141" fmla="*/ 2415941 h 4078608"/>
                  <a:gd name="connsiteX142" fmla="*/ 48127 w 2310383"/>
                  <a:gd name="connsiteY142" fmla="*/ 2387066 h 4078608"/>
                  <a:gd name="connsiteX143" fmla="*/ 28876 w 2310383"/>
                  <a:gd name="connsiteY143" fmla="*/ 2310063 h 4078608"/>
                  <a:gd name="connsiteX144" fmla="*/ 19251 w 2310383"/>
                  <a:gd name="connsiteY144" fmla="*/ 2271562 h 4078608"/>
                  <a:gd name="connsiteX145" fmla="*/ 9626 w 2310383"/>
                  <a:gd name="connsiteY145" fmla="*/ 2098308 h 4078608"/>
                  <a:gd name="connsiteX146" fmla="*/ 0 w 2310383"/>
                  <a:gd name="connsiteY146" fmla="*/ 2030931 h 4078608"/>
                  <a:gd name="connsiteX147" fmla="*/ 9626 w 2310383"/>
                  <a:gd name="connsiteY147" fmla="*/ 1655546 h 4078608"/>
                  <a:gd name="connsiteX148" fmla="*/ 38501 w 2310383"/>
                  <a:gd name="connsiteY148" fmla="*/ 1597794 h 4078608"/>
                  <a:gd name="connsiteX149" fmla="*/ 48127 w 2310383"/>
                  <a:gd name="connsiteY149" fmla="*/ 1568918 h 4078608"/>
                  <a:gd name="connsiteX150" fmla="*/ 67377 w 2310383"/>
                  <a:gd name="connsiteY150" fmla="*/ 1491916 h 4078608"/>
                  <a:gd name="connsiteX151" fmla="*/ 86628 w 2310383"/>
                  <a:gd name="connsiteY151" fmla="*/ 1395663 h 4078608"/>
                  <a:gd name="connsiteX152" fmla="*/ 105878 w 2310383"/>
                  <a:gd name="connsiteY152" fmla="*/ 1280160 h 4078608"/>
                  <a:gd name="connsiteX153" fmla="*/ 144379 w 2310383"/>
                  <a:gd name="connsiteY153" fmla="*/ 1222409 h 4078608"/>
                  <a:gd name="connsiteX154" fmla="*/ 163630 w 2310383"/>
                  <a:gd name="connsiteY154" fmla="*/ 1193533 h 4078608"/>
                  <a:gd name="connsiteX155" fmla="*/ 221381 w 2310383"/>
                  <a:gd name="connsiteY155" fmla="*/ 1155032 h 4078608"/>
                  <a:gd name="connsiteX156" fmla="*/ 259882 w 2310383"/>
                  <a:gd name="connsiteY156" fmla="*/ 1097280 h 4078608"/>
                  <a:gd name="connsiteX157" fmla="*/ 269508 w 2310383"/>
                  <a:gd name="connsiteY157" fmla="*/ 1068404 h 4078608"/>
                  <a:gd name="connsiteX158" fmla="*/ 298383 w 2310383"/>
                  <a:gd name="connsiteY158" fmla="*/ 1049154 h 4078608"/>
                  <a:gd name="connsiteX159" fmla="*/ 327259 w 2310383"/>
                  <a:gd name="connsiteY159" fmla="*/ 991402 h 4078608"/>
                  <a:gd name="connsiteX160" fmla="*/ 346510 w 2310383"/>
                  <a:gd name="connsiteY160" fmla="*/ 962527 h 4078608"/>
                  <a:gd name="connsiteX161" fmla="*/ 385011 w 2310383"/>
                  <a:gd name="connsiteY161" fmla="*/ 875899 h 4078608"/>
                  <a:gd name="connsiteX162" fmla="*/ 423512 w 2310383"/>
                  <a:gd name="connsiteY162" fmla="*/ 789272 h 4078608"/>
                  <a:gd name="connsiteX163" fmla="*/ 452388 w 2310383"/>
                  <a:gd name="connsiteY163" fmla="*/ 770021 h 4078608"/>
                  <a:gd name="connsiteX164" fmla="*/ 490889 w 2310383"/>
                  <a:gd name="connsiteY164" fmla="*/ 712270 h 4078608"/>
                  <a:gd name="connsiteX165" fmla="*/ 510139 w 2310383"/>
                  <a:gd name="connsiteY165" fmla="*/ 683394 h 4078608"/>
                  <a:gd name="connsiteX166" fmla="*/ 529390 w 2310383"/>
                  <a:gd name="connsiteY166" fmla="*/ 625642 h 4078608"/>
                  <a:gd name="connsiteX167" fmla="*/ 500514 w 2310383"/>
                  <a:gd name="connsiteY167" fmla="*/ 683394 h 4078608"/>
                  <a:gd name="connsiteX168" fmla="*/ 471638 w 2310383"/>
                  <a:gd name="connsiteY168" fmla="*/ 712270 h 4078608"/>
                  <a:gd name="connsiteX169" fmla="*/ 433137 w 2310383"/>
                  <a:gd name="connsiteY169" fmla="*/ 770021 h 4078608"/>
                  <a:gd name="connsiteX170" fmla="*/ 413887 w 2310383"/>
                  <a:gd name="connsiteY170" fmla="*/ 798897 h 4078608"/>
                  <a:gd name="connsiteX171" fmla="*/ 375386 w 2310383"/>
                  <a:gd name="connsiteY171" fmla="*/ 885524 h 4078608"/>
                  <a:gd name="connsiteX172" fmla="*/ 346510 w 2310383"/>
                  <a:gd name="connsiteY172" fmla="*/ 904775 h 4078608"/>
                  <a:gd name="connsiteX173" fmla="*/ 327259 w 2310383"/>
                  <a:gd name="connsiteY173" fmla="*/ 962527 h 4078608"/>
                  <a:gd name="connsiteX174" fmla="*/ 288758 w 2310383"/>
                  <a:gd name="connsiteY174" fmla="*/ 1010653 h 4078608"/>
                  <a:gd name="connsiteX175" fmla="*/ 269508 w 2310383"/>
                  <a:gd name="connsiteY175" fmla="*/ 972152 h 4078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</a:cxnLst>
                <a:rect l="l" t="t" r="r" b="b"/>
                <a:pathLst>
                  <a:path w="2310383" h="4078608">
                    <a:moveTo>
                      <a:pt x="269508" y="972152"/>
                    </a:moveTo>
                    <a:cubicBezTo>
                      <a:pt x="264695" y="957714"/>
                      <a:pt x="264187" y="939809"/>
                      <a:pt x="259882" y="924026"/>
                    </a:cubicBezTo>
                    <a:cubicBezTo>
                      <a:pt x="254543" y="904449"/>
                      <a:pt x="240632" y="866274"/>
                      <a:pt x="240632" y="866274"/>
                    </a:cubicBezTo>
                    <a:cubicBezTo>
                      <a:pt x="243840" y="802106"/>
                      <a:pt x="243412" y="737652"/>
                      <a:pt x="250257" y="673769"/>
                    </a:cubicBezTo>
                    <a:cubicBezTo>
                      <a:pt x="253076" y="647462"/>
                      <a:pt x="265159" y="622864"/>
                      <a:pt x="269508" y="596767"/>
                    </a:cubicBezTo>
                    <a:cubicBezTo>
                      <a:pt x="272716" y="577516"/>
                      <a:pt x="274400" y="557949"/>
                      <a:pt x="279133" y="539015"/>
                    </a:cubicBezTo>
                    <a:cubicBezTo>
                      <a:pt x="284054" y="519329"/>
                      <a:pt x="291966" y="500514"/>
                      <a:pt x="298383" y="481263"/>
                    </a:cubicBezTo>
                    <a:cubicBezTo>
                      <a:pt x="301591" y="471638"/>
                      <a:pt x="306019" y="462337"/>
                      <a:pt x="308009" y="452388"/>
                    </a:cubicBezTo>
                    <a:cubicBezTo>
                      <a:pt x="313174" y="426560"/>
                      <a:pt x="322928" y="367444"/>
                      <a:pt x="336884" y="346510"/>
                    </a:cubicBezTo>
                    <a:lnTo>
                      <a:pt x="356135" y="317634"/>
                    </a:lnTo>
                    <a:cubicBezTo>
                      <a:pt x="359343" y="308009"/>
                      <a:pt x="360833" y="297627"/>
                      <a:pt x="365760" y="288758"/>
                    </a:cubicBezTo>
                    <a:cubicBezTo>
                      <a:pt x="376996" y="268533"/>
                      <a:pt x="396944" y="252956"/>
                      <a:pt x="404261" y="231007"/>
                    </a:cubicBezTo>
                    <a:cubicBezTo>
                      <a:pt x="407470" y="221382"/>
                      <a:pt x="406713" y="209305"/>
                      <a:pt x="413887" y="202131"/>
                    </a:cubicBezTo>
                    <a:cubicBezTo>
                      <a:pt x="421061" y="194957"/>
                      <a:pt x="433137" y="195714"/>
                      <a:pt x="442762" y="192506"/>
                    </a:cubicBezTo>
                    <a:cubicBezTo>
                      <a:pt x="461097" y="137505"/>
                      <a:pt x="437263" y="183338"/>
                      <a:pt x="481263" y="154004"/>
                    </a:cubicBezTo>
                    <a:cubicBezTo>
                      <a:pt x="492589" y="146453"/>
                      <a:pt x="498240" y="131740"/>
                      <a:pt x="510139" y="125129"/>
                    </a:cubicBezTo>
                    <a:cubicBezTo>
                      <a:pt x="527877" y="115274"/>
                      <a:pt x="551007" y="117134"/>
                      <a:pt x="567891" y="105878"/>
                    </a:cubicBezTo>
                    <a:lnTo>
                      <a:pt x="596767" y="86628"/>
                    </a:lnTo>
                    <a:cubicBezTo>
                      <a:pt x="629218" y="37950"/>
                      <a:pt x="598401" y="71373"/>
                      <a:pt x="644893" y="48127"/>
                    </a:cubicBezTo>
                    <a:cubicBezTo>
                      <a:pt x="655240" y="42954"/>
                      <a:pt x="663198" y="33574"/>
                      <a:pt x="673769" y="28876"/>
                    </a:cubicBezTo>
                    <a:cubicBezTo>
                      <a:pt x="741746" y="-1336"/>
                      <a:pt x="772023" y="6510"/>
                      <a:pt x="856649" y="0"/>
                    </a:cubicBezTo>
                    <a:cubicBezTo>
                      <a:pt x="924026" y="3209"/>
                      <a:pt x="991739" y="2177"/>
                      <a:pt x="1058779" y="9626"/>
                    </a:cubicBezTo>
                    <a:cubicBezTo>
                      <a:pt x="1078947" y="11867"/>
                      <a:pt x="1116531" y="28876"/>
                      <a:pt x="1116531" y="28876"/>
                    </a:cubicBezTo>
                    <a:lnTo>
                      <a:pt x="1203158" y="86628"/>
                    </a:lnTo>
                    <a:cubicBezTo>
                      <a:pt x="1212783" y="93045"/>
                      <a:pt x="1221060" y="102220"/>
                      <a:pt x="1232034" y="105878"/>
                    </a:cubicBezTo>
                    <a:lnTo>
                      <a:pt x="1260910" y="115503"/>
                    </a:lnTo>
                    <a:cubicBezTo>
                      <a:pt x="1267327" y="125128"/>
                      <a:pt x="1270350" y="138248"/>
                      <a:pt x="1280160" y="144379"/>
                    </a:cubicBezTo>
                    <a:cubicBezTo>
                      <a:pt x="1297368" y="155134"/>
                      <a:pt x="1337912" y="163630"/>
                      <a:pt x="1337912" y="163630"/>
                    </a:cubicBezTo>
                    <a:cubicBezTo>
                      <a:pt x="1347537" y="173255"/>
                      <a:pt x="1358074" y="182049"/>
                      <a:pt x="1366788" y="192506"/>
                    </a:cubicBezTo>
                    <a:cubicBezTo>
                      <a:pt x="1374194" y="201393"/>
                      <a:pt x="1377858" y="213201"/>
                      <a:pt x="1386038" y="221381"/>
                    </a:cubicBezTo>
                    <a:cubicBezTo>
                      <a:pt x="1394218" y="229561"/>
                      <a:pt x="1405289" y="234215"/>
                      <a:pt x="1414914" y="240632"/>
                    </a:cubicBezTo>
                    <a:cubicBezTo>
                      <a:pt x="1466245" y="317631"/>
                      <a:pt x="1398875" y="224594"/>
                      <a:pt x="1463040" y="288758"/>
                    </a:cubicBezTo>
                    <a:cubicBezTo>
                      <a:pt x="1471220" y="296938"/>
                      <a:pt x="1473585" y="310016"/>
                      <a:pt x="1482291" y="317634"/>
                    </a:cubicBezTo>
                    <a:cubicBezTo>
                      <a:pt x="1499703" y="332869"/>
                      <a:pt x="1540042" y="356135"/>
                      <a:pt x="1540042" y="356135"/>
                    </a:cubicBezTo>
                    <a:cubicBezTo>
                      <a:pt x="1546459" y="365760"/>
                      <a:pt x="1551113" y="376831"/>
                      <a:pt x="1559293" y="385011"/>
                    </a:cubicBezTo>
                    <a:cubicBezTo>
                      <a:pt x="1567473" y="393191"/>
                      <a:pt x="1580551" y="395555"/>
                      <a:pt x="1588169" y="404261"/>
                    </a:cubicBezTo>
                    <a:cubicBezTo>
                      <a:pt x="1603404" y="421673"/>
                      <a:pt x="1613836" y="442762"/>
                      <a:pt x="1626670" y="462013"/>
                    </a:cubicBezTo>
                    <a:lnTo>
                      <a:pt x="1645920" y="490889"/>
                    </a:lnTo>
                    <a:lnTo>
                      <a:pt x="1665171" y="519764"/>
                    </a:lnTo>
                    <a:cubicBezTo>
                      <a:pt x="1682086" y="570511"/>
                      <a:pt x="1663616" y="529448"/>
                      <a:pt x="1703672" y="577516"/>
                    </a:cubicBezTo>
                    <a:cubicBezTo>
                      <a:pt x="1711078" y="586403"/>
                      <a:pt x="1714216" y="598774"/>
                      <a:pt x="1722922" y="606392"/>
                    </a:cubicBezTo>
                    <a:cubicBezTo>
                      <a:pt x="1740334" y="621627"/>
                      <a:pt x="1780674" y="644893"/>
                      <a:pt x="1780674" y="644893"/>
                    </a:cubicBezTo>
                    <a:cubicBezTo>
                      <a:pt x="1802349" y="709921"/>
                      <a:pt x="1772288" y="639435"/>
                      <a:pt x="1819175" y="693019"/>
                    </a:cubicBezTo>
                    <a:cubicBezTo>
                      <a:pt x="1834410" y="710431"/>
                      <a:pt x="1844842" y="731520"/>
                      <a:pt x="1857676" y="750771"/>
                    </a:cubicBezTo>
                    <a:cubicBezTo>
                      <a:pt x="1863304" y="759213"/>
                      <a:pt x="1861673" y="771205"/>
                      <a:pt x="1867301" y="779647"/>
                    </a:cubicBezTo>
                    <a:cubicBezTo>
                      <a:pt x="1874852" y="790973"/>
                      <a:pt x="1887463" y="798065"/>
                      <a:pt x="1896177" y="808522"/>
                    </a:cubicBezTo>
                    <a:cubicBezTo>
                      <a:pt x="1903583" y="817409"/>
                      <a:pt x="1909011" y="827773"/>
                      <a:pt x="1915428" y="837398"/>
                    </a:cubicBezTo>
                    <a:cubicBezTo>
                      <a:pt x="1932369" y="888223"/>
                      <a:pt x="1919425" y="857832"/>
                      <a:pt x="1963554" y="924026"/>
                    </a:cubicBezTo>
                    <a:cubicBezTo>
                      <a:pt x="1969971" y="933651"/>
                      <a:pt x="1979146" y="941927"/>
                      <a:pt x="1982804" y="952901"/>
                    </a:cubicBezTo>
                    <a:cubicBezTo>
                      <a:pt x="1991723" y="979657"/>
                      <a:pt x="1991779" y="988264"/>
                      <a:pt x="2011680" y="1010653"/>
                    </a:cubicBezTo>
                    <a:cubicBezTo>
                      <a:pt x="2110495" y="1121819"/>
                      <a:pt x="2033337" y="1014261"/>
                      <a:pt x="2107933" y="1126156"/>
                    </a:cubicBezTo>
                    <a:cubicBezTo>
                      <a:pt x="2114350" y="1135781"/>
                      <a:pt x="2123525" y="1144058"/>
                      <a:pt x="2127183" y="1155032"/>
                    </a:cubicBezTo>
                    <a:cubicBezTo>
                      <a:pt x="2144126" y="1205858"/>
                      <a:pt x="2131180" y="1175464"/>
                      <a:pt x="2175310" y="1241659"/>
                    </a:cubicBezTo>
                    <a:cubicBezTo>
                      <a:pt x="2181727" y="1251284"/>
                      <a:pt x="2190902" y="1259561"/>
                      <a:pt x="2194560" y="1270535"/>
                    </a:cubicBezTo>
                    <a:cubicBezTo>
                      <a:pt x="2200977" y="1289786"/>
                      <a:pt x="2202555" y="1311403"/>
                      <a:pt x="2213811" y="1328287"/>
                    </a:cubicBezTo>
                    <a:cubicBezTo>
                      <a:pt x="2259863" y="1397364"/>
                      <a:pt x="2235952" y="1369678"/>
                      <a:pt x="2281188" y="1414914"/>
                    </a:cubicBezTo>
                    <a:cubicBezTo>
                      <a:pt x="2284396" y="1424539"/>
                      <a:pt x="2286276" y="1434715"/>
                      <a:pt x="2290813" y="1443790"/>
                    </a:cubicBezTo>
                    <a:cubicBezTo>
                      <a:pt x="2295986" y="1454137"/>
                      <a:pt x="2309384" y="1461118"/>
                      <a:pt x="2310063" y="1472666"/>
                    </a:cubicBezTo>
                    <a:cubicBezTo>
                      <a:pt x="2311517" y="1497381"/>
                      <a:pt x="2309034" y="1623402"/>
                      <a:pt x="2281188" y="1665171"/>
                    </a:cubicBezTo>
                    <a:lnTo>
                      <a:pt x="2261937" y="1694047"/>
                    </a:lnTo>
                    <a:cubicBezTo>
                      <a:pt x="2238504" y="1764348"/>
                      <a:pt x="2247609" y="1732112"/>
                      <a:pt x="2233061" y="1790299"/>
                    </a:cubicBezTo>
                    <a:cubicBezTo>
                      <a:pt x="2229853" y="1835217"/>
                      <a:pt x="2227917" y="1880244"/>
                      <a:pt x="2223436" y="1925053"/>
                    </a:cubicBezTo>
                    <a:cubicBezTo>
                      <a:pt x="2222006" y="1939352"/>
                      <a:pt x="2208514" y="2013620"/>
                      <a:pt x="2204186" y="2030931"/>
                    </a:cubicBezTo>
                    <a:cubicBezTo>
                      <a:pt x="2189142" y="2091105"/>
                      <a:pt x="2202194" y="2028193"/>
                      <a:pt x="2175310" y="2088682"/>
                    </a:cubicBezTo>
                    <a:cubicBezTo>
                      <a:pt x="2167069" y="2107225"/>
                      <a:pt x="2167315" y="2129550"/>
                      <a:pt x="2156059" y="2146434"/>
                    </a:cubicBezTo>
                    <a:cubicBezTo>
                      <a:pt x="2149642" y="2156059"/>
                      <a:pt x="2141982" y="2164963"/>
                      <a:pt x="2136809" y="2175310"/>
                    </a:cubicBezTo>
                    <a:cubicBezTo>
                      <a:pt x="2128719" y="2191490"/>
                      <a:pt x="2122186" y="2227259"/>
                      <a:pt x="2117558" y="2242687"/>
                    </a:cubicBezTo>
                    <a:cubicBezTo>
                      <a:pt x="2111727" y="2262123"/>
                      <a:pt x="2104725" y="2281188"/>
                      <a:pt x="2098308" y="2300438"/>
                    </a:cubicBezTo>
                    <a:cubicBezTo>
                      <a:pt x="2095099" y="2310063"/>
                      <a:pt x="2094310" y="2320872"/>
                      <a:pt x="2088682" y="2329314"/>
                    </a:cubicBezTo>
                    <a:cubicBezTo>
                      <a:pt x="2082265" y="2338939"/>
                      <a:pt x="2074605" y="2347843"/>
                      <a:pt x="2069432" y="2358190"/>
                    </a:cubicBezTo>
                    <a:cubicBezTo>
                      <a:pt x="2064895" y="2367265"/>
                      <a:pt x="2062088" y="2377180"/>
                      <a:pt x="2059807" y="2387066"/>
                    </a:cubicBezTo>
                    <a:cubicBezTo>
                      <a:pt x="2052450" y="2418948"/>
                      <a:pt x="2050902" y="2452278"/>
                      <a:pt x="2040556" y="2483318"/>
                    </a:cubicBezTo>
                    <a:lnTo>
                      <a:pt x="2011680" y="2569946"/>
                    </a:lnTo>
                    <a:cubicBezTo>
                      <a:pt x="2008472" y="2579571"/>
                      <a:pt x="2007683" y="2590379"/>
                      <a:pt x="2002055" y="2598821"/>
                    </a:cubicBezTo>
                    <a:lnTo>
                      <a:pt x="1982804" y="2627697"/>
                    </a:lnTo>
                    <a:cubicBezTo>
                      <a:pt x="1950448" y="2724770"/>
                      <a:pt x="1999824" y="2574176"/>
                      <a:pt x="1963554" y="2695074"/>
                    </a:cubicBezTo>
                    <a:cubicBezTo>
                      <a:pt x="1957723" y="2714510"/>
                      <a:pt x="1950720" y="2733575"/>
                      <a:pt x="1944303" y="2752826"/>
                    </a:cubicBezTo>
                    <a:cubicBezTo>
                      <a:pt x="1941095" y="2762451"/>
                      <a:pt x="1940306" y="2773259"/>
                      <a:pt x="1934678" y="2781701"/>
                    </a:cubicBezTo>
                    <a:lnTo>
                      <a:pt x="1896177" y="2839453"/>
                    </a:lnTo>
                    <a:cubicBezTo>
                      <a:pt x="1892969" y="2849078"/>
                      <a:pt x="1891089" y="2859254"/>
                      <a:pt x="1886552" y="2868329"/>
                    </a:cubicBezTo>
                    <a:cubicBezTo>
                      <a:pt x="1849234" y="2942964"/>
                      <a:pt x="1881869" y="2853499"/>
                      <a:pt x="1857676" y="2926080"/>
                    </a:cubicBezTo>
                    <a:cubicBezTo>
                      <a:pt x="1857268" y="2929343"/>
                      <a:pt x="1852122" y="3011414"/>
                      <a:pt x="1838426" y="3031958"/>
                    </a:cubicBezTo>
                    <a:cubicBezTo>
                      <a:pt x="1817335" y="3063595"/>
                      <a:pt x="1807309" y="3057888"/>
                      <a:pt x="1780674" y="3080084"/>
                    </a:cubicBezTo>
                    <a:cubicBezTo>
                      <a:pt x="1770217" y="3088798"/>
                      <a:pt x="1761423" y="3099335"/>
                      <a:pt x="1751798" y="3108960"/>
                    </a:cubicBezTo>
                    <a:lnTo>
                      <a:pt x="1732548" y="3166712"/>
                    </a:lnTo>
                    <a:cubicBezTo>
                      <a:pt x="1729340" y="3176337"/>
                      <a:pt x="1728550" y="3187146"/>
                      <a:pt x="1722922" y="3195588"/>
                    </a:cubicBezTo>
                    <a:lnTo>
                      <a:pt x="1703672" y="3224463"/>
                    </a:lnTo>
                    <a:cubicBezTo>
                      <a:pt x="1700464" y="3234088"/>
                      <a:pt x="1698584" y="3244264"/>
                      <a:pt x="1694047" y="3253339"/>
                    </a:cubicBezTo>
                    <a:cubicBezTo>
                      <a:pt x="1688874" y="3263686"/>
                      <a:pt x="1679494" y="3271644"/>
                      <a:pt x="1674796" y="3282215"/>
                    </a:cubicBezTo>
                    <a:cubicBezTo>
                      <a:pt x="1628980" y="3385301"/>
                      <a:pt x="1679861" y="3303496"/>
                      <a:pt x="1636295" y="3368842"/>
                    </a:cubicBezTo>
                    <a:cubicBezTo>
                      <a:pt x="1626765" y="3397430"/>
                      <a:pt x="1620672" y="3432592"/>
                      <a:pt x="1597794" y="3455470"/>
                    </a:cubicBezTo>
                    <a:cubicBezTo>
                      <a:pt x="1589614" y="3463650"/>
                      <a:pt x="1578543" y="3468303"/>
                      <a:pt x="1568918" y="3474720"/>
                    </a:cubicBezTo>
                    <a:cubicBezTo>
                      <a:pt x="1561089" y="3498207"/>
                      <a:pt x="1558702" y="3513812"/>
                      <a:pt x="1540042" y="3532472"/>
                    </a:cubicBezTo>
                    <a:cubicBezTo>
                      <a:pt x="1531862" y="3540652"/>
                      <a:pt x="1520054" y="3544316"/>
                      <a:pt x="1511167" y="3551722"/>
                    </a:cubicBezTo>
                    <a:cubicBezTo>
                      <a:pt x="1437054" y="3613483"/>
                      <a:pt x="1525110" y="3552052"/>
                      <a:pt x="1453415" y="3599849"/>
                    </a:cubicBezTo>
                    <a:lnTo>
                      <a:pt x="1434164" y="3657600"/>
                    </a:lnTo>
                    <a:cubicBezTo>
                      <a:pt x="1430956" y="3667225"/>
                      <a:pt x="1432981" y="3680848"/>
                      <a:pt x="1424539" y="3686476"/>
                    </a:cubicBezTo>
                    <a:lnTo>
                      <a:pt x="1395663" y="3705727"/>
                    </a:lnTo>
                    <a:cubicBezTo>
                      <a:pt x="1363579" y="3753853"/>
                      <a:pt x="1386039" y="3728184"/>
                      <a:pt x="1318661" y="3773103"/>
                    </a:cubicBezTo>
                    <a:lnTo>
                      <a:pt x="1260910" y="3811604"/>
                    </a:lnTo>
                    <a:cubicBezTo>
                      <a:pt x="1251285" y="3814813"/>
                      <a:pt x="1240903" y="3816303"/>
                      <a:pt x="1232034" y="3821230"/>
                    </a:cubicBezTo>
                    <a:cubicBezTo>
                      <a:pt x="1132747" y="3876390"/>
                      <a:pt x="1210743" y="3847577"/>
                      <a:pt x="1145407" y="3869356"/>
                    </a:cubicBezTo>
                    <a:cubicBezTo>
                      <a:pt x="1135782" y="3878981"/>
                      <a:pt x="1125245" y="3887775"/>
                      <a:pt x="1116531" y="3898232"/>
                    </a:cubicBezTo>
                    <a:cubicBezTo>
                      <a:pt x="1109125" y="3907119"/>
                      <a:pt x="1105986" y="3919490"/>
                      <a:pt x="1097280" y="3927108"/>
                    </a:cubicBezTo>
                    <a:cubicBezTo>
                      <a:pt x="1079868" y="3942343"/>
                      <a:pt x="1058779" y="3952775"/>
                      <a:pt x="1039529" y="3965609"/>
                    </a:cubicBezTo>
                    <a:lnTo>
                      <a:pt x="1010653" y="3984859"/>
                    </a:lnTo>
                    <a:cubicBezTo>
                      <a:pt x="1001028" y="3991276"/>
                      <a:pt x="993000" y="4001304"/>
                      <a:pt x="981777" y="4004110"/>
                    </a:cubicBezTo>
                    <a:cubicBezTo>
                      <a:pt x="820413" y="4044450"/>
                      <a:pt x="984434" y="4006252"/>
                      <a:pt x="837398" y="4032986"/>
                    </a:cubicBezTo>
                    <a:cubicBezTo>
                      <a:pt x="824383" y="4035352"/>
                      <a:pt x="811617" y="4038977"/>
                      <a:pt x="798897" y="4042611"/>
                    </a:cubicBezTo>
                    <a:cubicBezTo>
                      <a:pt x="789141" y="4045398"/>
                      <a:pt x="780029" y="4050568"/>
                      <a:pt x="770021" y="4052236"/>
                    </a:cubicBezTo>
                    <a:cubicBezTo>
                      <a:pt x="741363" y="4057012"/>
                      <a:pt x="712192" y="4058021"/>
                      <a:pt x="683394" y="4061861"/>
                    </a:cubicBezTo>
                    <a:cubicBezTo>
                      <a:pt x="664049" y="4064440"/>
                      <a:pt x="644893" y="4068278"/>
                      <a:pt x="625642" y="4071487"/>
                    </a:cubicBezTo>
                    <a:cubicBezTo>
                      <a:pt x="593711" y="4070099"/>
                      <a:pt x="434239" y="4101464"/>
                      <a:pt x="375386" y="4042611"/>
                    </a:cubicBezTo>
                    <a:cubicBezTo>
                      <a:pt x="367206" y="4034431"/>
                      <a:pt x="362552" y="4023360"/>
                      <a:pt x="356135" y="4013735"/>
                    </a:cubicBezTo>
                    <a:cubicBezTo>
                      <a:pt x="331942" y="3941154"/>
                      <a:pt x="367391" y="4027805"/>
                      <a:pt x="317634" y="3965609"/>
                    </a:cubicBezTo>
                    <a:cubicBezTo>
                      <a:pt x="311296" y="3957686"/>
                      <a:pt x="314347" y="3944656"/>
                      <a:pt x="308009" y="3936733"/>
                    </a:cubicBezTo>
                    <a:cubicBezTo>
                      <a:pt x="294438" y="3919769"/>
                      <a:pt x="269280" y="3914198"/>
                      <a:pt x="250257" y="3907857"/>
                    </a:cubicBezTo>
                    <a:cubicBezTo>
                      <a:pt x="243840" y="3888607"/>
                      <a:pt x="228988" y="3870297"/>
                      <a:pt x="231007" y="3850106"/>
                    </a:cubicBezTo>
                    <a:cubicBezTo>
                      <a:pt x="234215" y="3818022"/>
                      <a:pt x="236371" y="3785815"/>
                      <a:pt x="240632" y="3753853"/>
                    </a:cubicBezTo>
                    <a:cubicBezTo>
                      <a:pt x="244870" y="3722066"/>
                      <a:pt x="246596" y="3699764"/>
                      <a:pt x="269508" y="3676851"/>
                    </a:cubicBezTo>
                    <a:cubicBezTo>
                      <a:pt x="277688" y="3668671"/>
                      <a:pt x="288758" y="3664017"/>
                      <a:pt x="298383" y="3657600"/>
                    </a:cubicBezTo>
                    <a:lnTo>
                      <a:pt x="336884" y="3542097"/>
                    </a:lnTo>
                    <a:lnTo>
                      <a:pt x="346510" y="3513221"/>
                    </a:lnTo>
                    <a:cubicBezTo>
                      <a:pt x="349718" y="3503596"/>
                      <a:pt x="350507" y="3492788"/>
                      <a:pt x="356135" y="3484346"/>
                    </a:cubicBezTo>
                    <a:lnTo>
                      <a:pt x="375386" y="3455470"/>
                    </a:lnTo>
                    <a:cubicBezTo>
                      <a:pt x="407742" y="3358397"/>
                      <a:pt x="358366" y="3508991"/>
                      <a:pt x="394636" y="3388093"/>
                    </a:cubicBezTo>
                    <a:cubicBezTo>
                      <a:pt x="400467" y="3368657"/>
                      <a:pt x="407470" y="3349592"/>
                      <a:pt x="413887" y="3330341"/>
                    </a:cubicBezTo>
                    <a:lnTo>
                      <a:pt x="423512" y="3301466"/>
                    </a:lnTo>
                    <a:cubicBezTo>
                      <a:pt x="443902" y="3158731"/>
                      <a:pt x="439685" y="3216803"/>
                      <a:pt x="423512" y="2974207"/>
                    </a:cubicBezTo>
                    <a:cubicBezTo>
                      <a:pt x="422837" y="2964084"/>
                      <a:pt x="418814" y="2954200"/>
                      <a:pt x="413887" y="2945331"/>
                    </a:cubicBezTo>
                    <a:cubicBezTo>
                      <a:pt x="413883" y="2945324"/>
                      <a:pt x="365763" y="2873144"/>
                      <a:pt x="356135" y="2858703"/>
                    </a:cubicBezTo>
                    <a:lnTo>
                      <a:pt x="336884" y="2829828"/>
                    </a:lnTo>
                    <a:cubicBezTo>
                      <a:pt x="330467" y="2820203"/>
                      <a:pt x="327259" y="2807369"/>
                      <a:pt x="317634" y="2800952"/>
                    </a:cubicBezTo>
                    <a:lnTo>
                      <a:pt x="288758" y="2781701"/>
                    </a:lnTo>
                    <a:cubicBezTo>
                      <a:pt x="267083" y="2716676"/>
                      <a:pt x="297143" y="2787160"/>
                      <a:pt x="250257" y="2733575"/>
                    </a:cubicBezTo>
                    <a:cubicBezTo>
                      <a:pt x="235022" y="2716163"/>
                      <a:pt x="224590" y="2695074"/>
                      <a:pt x="211756" y="2675823"/>
                    </a:cubicBezTo>
                    <a:lnTo>
                      <a:pt x="173255" y="2618072"/>
                    </a:lnTo>
                    <a:cubicBezTo>
                      <a:pt x="166838" y="2608447"/>
                      <a:pt x="162184" y="2597376"/>
                      <a:pt x="154004" y="2589196"/>
                    </a:cubicBezTo>
                    <a:lnTo>
                      <a:pt x="125129" y="2560320"/>
                    </a:lnTo>
                    <a:cubicBezTo>
                      <a:pt x="90019" y="2454996"/>
                      <a:pt x="146016" y="2614534"/>
                      <a:pt x="96253" y="2502569"/>
                    </a:cubicBezTo>
                    <a:cubicBezTo>
                      <a:pt x="88012" y="2484026"/>
                      <a:pt x="83419" y="2464068"/>
                      <a:pt x="77002" y="2444817"/>
                    </a:cubicBezTo>
                    <a:cubicBezTo>
                      <a:pt x="73794" y="2435192"/>
                      <a:pt x="73005" y="2424383"/>
                      <a:pt x="67377" y="2415941"/>
                    </a:cubicBezTo>
                    <a:cubicBezTo>
                      <a:pt x="60960" y="2406316"/>
                      <a:pt x="53300" y="2397413"/>
                      <a:pt x="48127" y="2387066"/>
                    </a:cubicBezTo>
                    <a:cubicBezTo>
                      <a:pt x="37805" y="2366422"/>
                      <a:pt x="33271" y="2329839"/>
                      <a:pt x="28876" y="2310063"/>
                    </a:cubicBezTo>
                    <a:cubicBezTo>
                      <a:pt x="26006" y="2297149"/>
                      <a:pt x="22459" y="2284396"/>
                      <a:pt x="19251" y="2271562"/>
                    </a:cubicBezTo>
                    <a:cubicBezTo>
                      <a:pt x="16043" y="2213811"/>
                      <a:pt x="14239" y="2155964"/>
                      <a:pt x="9626" y="2098308"/>
                    </a:cubicBezTo>
                    <a:cubicBezTo>
                      <a:pt x="7817" y="2075693"/>
                      <a:pt x="0" y="2053618"/>
                      <a:pt x="0" y="2030931"/>
                    </a:cubicBezTo>
                    <a:cubicBezTo>
                      <a:pt x="0" y="1905762"/>
                      <a:pt x="3672" y="1780574"/>
                      <a:pt x="9626" y="1655546"/>
                    </a:cubicBezTo>
                    <a:cubicBezTo>
                      <a:pt x="10899" y="1628806"/>
                      <a:pt x="27316" y="1620164"/>
                      <a:pt x="38501" y="1597794"/>
                    </a:cubicBezTo>
                    <a:cubicBezTo>
                      <a:pt x="43038" y="1588719"/>
                      <a:pt x="45457" y="1578707"/>
                      <a:pt x="48127" y="1568918"/>
                    </a:cubicBezTo>
                    <a:cubicBezTo>
                      <a:pt x="55088" y="1543393"/>
                      <a:pt x="62188" y="1517859"/>
                      <a:pt x="67377" y="1491916"/>
                    </a:cubicBezTo>
                    <a:cubicBezTo>
                      <a:pt x="73794" y="1459832"/>
                      <a:pt x="83015" y="1428183"/>
                      <a:pt x="86628" y="1395663"/>
                    </a:cubicBezTo>
                    <a:cubicBezTo>
                      <a:pt x="88395" y="1379763"/>
                      <a:pt x="90201" y="1308378"/>
                      <a:pt x="105878" y="1280160"/>
                    </a:cubicBezTo>
                    <a:cubicBezTo>
                      <a:pt x="117114" y="1259935"/>
                      <a:pt x="131545" y="1241659"/>
                      <a:pt x="144379" y="1222409"/>
                    </a:cubicBezTo>
                    <a:cubicBezTo>
                      <a:pt x="150796" y="1212784"/>
                      <a:pt x="154005" y="1199950"/>
                      <a:pt x="163630" y="1193533"/>
                    </a:cubicBezTo>
                    <a:lnTo>
                      <a:pt x="221381" y="1155032"/>
                    </a:lnTo>
                    <a:cubicBezTo>
                      <a:pt x="234215" y="1135781"/>
                      <a:pt x="252565" y="1119229"/>
                      <a:pt x="259882" y="1097280"/>
                    </a:cubicBezTo>
                    <a:cubicBezTo>
                      <a:pt x="263091" y="1087655"/>
                      <a:pt x="263170" y="1076327"/>
                      <a:pt x="269508" y="1068404"/>
                    </a:cubicBezTo>
                    <a:cubicBezTo>
                      <a:pt x="276734" y="1059371"/>
                      <a:pt x="288758" y="1055571"/>
                      <a:pt x="298383" y="1049154"/>
                    </a:cubicBezTo>
                    <a:cubicBezTo>
                      <a:pt x="353557" y="966394"/>
                      <a:pt x="287406" y="1071107"/>
                      <a:pt x="327259" y="991402"/>
                    </a:cubicBezTo>
                    <a:cubicBezTo>
                      <a:pt x="332432" y="981055"/>
                      <a:pt x="340093" y="972152"/>
                      <a:pt x="346510" y="962527"/>
                    </a:cubicBezTo>
                    <a:cubicBezTo>
                      <a:pt x="369418" y="893800"/>
                      <a:pt x="354504" y="921659"/>
                      <a:pt x="385011" y="875899"/>
                    </a:cubicBezTo>
                    <a:cubicBezTo>
                      <a:pt x="394542" y="847304"/>
                      <a:pt x="400631" y="812153"/>
                      <a:pt x="423512" y="789272"/>
                    </a:cubicBezTo>
                    <a:cubicBezTo>
                      <a:pt x="431692" y="781092"/>
                      <a:pt x="442763" y="776438"/>
                      <a:pt x="452388" y="770021"/>
                    </a:cubicBezTo>
                    <a:lnTo>
                      <a:pt x="490889" y="712270"/>
                    </a:lnTo>
                    <a:cubicBezTo>
                      <a:pt x="497306" y="702645"/>
                      <a:pt x="506481" y="694368"/>
                      <a:pt x="510139" y="683394"/>
                    </a:cubicBezTo>
                    <a:lnTo>
                      <a:pt x="529390" y="625642"/>
                    </a:lnTo>
                    <a:cubicBezTo>
                      <a:pt x="519743" y="654581"/>
                      <a:pt x="521245" y="658517"/>
                      <a:pt x="500514" y="683394"/>
                    </a:cubicBezTo>
                    <a:cubicBezTo>
                      <a:pt x="491800" y="693851"/>
                      <a:pt x="479995" y="701525"/>
                      <a:pt x="471638" y="712270"/>
                    </a:cubicBezTo>
                    <a:cubicBezTo>
                      <a:pt x="457434" y="730532"/>
                      <a:pt x="445971" y="750771"/>
                      <a:pt x="433137" y="770021"/>
                    </a:cubicBezTo>
                    <a:cubicBezTo>
                      <a:pt x="426720" y="779646"/>
                      <a:pt x="417545" y="787923"/>
                      <a:pt x="413887" y="798897"/>
                    </a:cubicBezTo>
                    <a:cubicBezTo>
                      <a:pt x="404356" y="827488"/>
                      <a:pt x="398265" y="862645"/>
                      <a:pt x="375386" y="885524"/>
                    </a:cubicBezTo>
                    <a:cubicBezTo>
                      <a:pt x="367206" y="893704"/>
                      <a:pt x="356135" y="898358"/>
                      <a:pt x="346510" y="904775"/>
                    </a:cubicBezTo>
                    <a:lnTo>
                      <a:pt x="327259" y="962527"/>
                    </a:lnTo>
                    <a:cubicBezTo>
                      <a:pt x="318569" y="988596"/>
                      <a:pt x="320838" y="1001487"/>
                      <a:pt x="288758" y="1010653"/>
                    </a:cubicBezTo>
                    <a:cubicBezTo>
                      <a:pt x="276418" y="1014179"/>
                      <a:pt x="274321" y="986590"/>
                      <a:pt x="269508" y="972152"/>
                    </a:cubicBezTo>
                    <a:close/>
                  </a:path>
                </a:pathLst>
              </a:custGeom>
              <a:solidFill>
                <a:srgbClr val="F9B6B1"/>
              </a:solidFill>
              <a:ln>
                <a:solidFill>
                  <a:srgbClr val="F4726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Freeform: Shape 8">
                <a:extLst>
                  <a:ext uri="{FF2B5EF4-FFF2-40B4-BE49-F238E27FC236}">
                    <a16:creationId xmlns:a16="http://schemas.microsoft.com/office/drawing/2014/main" id="{9904FE05-8660-4576-95A3-290B75B45A42}"/>
                  </a:ext>
                </a:extLst>
              </p:cNvPr>
              <p:cNvSpPr/>
              <p:nvPr/>
            </p:nvSpPr>
            <p:spPr>
              <a:xfrm>
                <a:off x="5736656" y="2877831"/>
                <a:ext cx="2637322" cy="2993578"/>
              </a:xfrm>
              <a:custGeom>
                <a:avLst/>
                <a:gdLst>
                  <a:gd name="connsiteX0" fmla="*/ 2271562 w 2637322"/>
                  <a:gd name="connsiteY0" fmla="*/ 122 h 2993579"/>
                  <a:gd name="connsiteX1" fmla="*/ 2290813 w 2637322"/>
                  <a:gd name="connsiteY1" fmla="*/ 77124 h 2993579"/>
                  <a:gd name="connsiteX2" fmla="*/ 2329314 w 2637322"/>
                  <a:gd name="connsiteY2" fmla="*/ 163752 h 2993579"/>
                  <a:gd name="connsiteX3" fmla="*/ 2338939 w 2637322"/>
                  <a:gd name="connsiteY3" fmla="*/ 202253 h 2993579"/>
                  <a:gd name="connsiteX4" fmla="*/ 2358190 w 2637322"/>
                  <a:gd name="connsiteY4" fmla="*/ 260004 h 2993579"/>
                  <a:gd name="connsiteX5" fmla="*/ 2387065 w 2637322"/>
                  <a:gd name="connsiteY5" fmla="*/ 346632 h 2993579"/>
                  <a:gd name="connsiteX6" fmla="*/ 2396691 w 2637322"/>
                  <a:gd name="connsiteY6" fmla="*/ 375507 h 2993579"/>
                  <a:gd name="connsiteX7" fmla="*/ 2406316 w 2637322"/>
                  <a:gd name="connsiteY7" fmla="*/ 404383 h 2993579"/>
                  <a:gd name="connsiteX8" fmla="*/ 2425566 w 2637322"/>
                  <a:gd name="connsiteY8" fmla="*/ 433259 h 2993579"/>
                  <a:gd name="connsiteX9" fmla="*/ 2444817 w 2637322"/>
                  <a:gd name="connsiteY9" fmla="*/ 491011 h 2993579"/>
                  <a:gd name="connsiteX10" fmla="*/ 2473693 w 2637322"/>
                  <a:gd name="connsiteY10" fmla="*/ 577638 h 2993579"/>
                  <a:gd name="connsiteX11" fmla="*/ 2492943 w 2637322"/>
                  <a:gd name="connsiteY11" fmla="*/ 635390 h 2993579"/>
                  <a:gd name="connsiteX12" fmla="*/ 2502568 w 2637322"/>
                  <a:gd name="connsiteY12" fmla="*/ 664265 h 2993579"/>
                  <a:gd name="connsiteX13" fmla="*/ 2521819 w 2637322"/>
                  <a:gd name="connsiteY13" fmla="*/ 731642 h 2993579"/>
                  <a:gd name="connsiteX14" fmla="*/ 2531444 w 2637322"/>
                  <a:gd name="connsiteY14" fmla="*/ 770143 h 2993579"/>
                  <a:gd name="connsiteX15" fmla="*/ 2550695 w 2637322"/>
                  <a:gd name="connsiteY15" fmla="*/ 837520 h 2993579"/>
                  <a:gd name="connsiteX16" fmla="*/ 2560320 w 2637322"/>
                  <a:gd name="connsiteY16" fmla="*/ 895272 h 2993579"/>
                  <a:gd name="connsiteX17" fmla="*/ 2569945 w 2637322"/>
                  <a:gd name="connsiteY17" fmla="*/ 933773 h 2993579"/>
                  <a:gd name="connsiteX18" fmla="*/ 2579571 w 2637322"/>
                  <a:gd name="connsiteY18" fmla="*/ 981899 h 2993579"/>
                  <a:gd name="connsiteX19" fmla="*/ 2589196 w 2637322"/>
                  <a:gd name="connsiteY19" fmla="*/ 1010775 h 2993579"/>
                  <a:gd name="connsiteX20" fmla="*/ 2598821 w 2637322"/>
                  <a:gd name="connsiteY20" fmla="*/ 1058901 h 2993579"/>
                  <a:gd name="connsiteX21" fmla="*/ 2608446 w 2637322"/>
                  <a:gd name="connsiteY21" fmla="*/ 1155154 h 2993579"/>
                  <a:gd name="connsiteX22" fmla="*/ 2618072 w 2637322"/>
                  <a:gd name="connsiteY22" fmla="*/ 1289907 h 2993579"/>
                  <a:gd name="connsiteX23" fmla="*/ 2627697 w 2637322"/>
                  <a:gd name="connsiteY23" fmla="*/ 1357284 h 2993579"/>
                  <a:gd name="connsiteX24" fmla="*/ 2618072 w 2637322"/>
                  <a:gd name="connsiteY24" fmla="*/ 1944425 h 2993579"/>
                  <a:gd name="connsiteX25" fmla="*/ 2637322 w 2637322"/>
                  <a:gd name="connsiteY25" fmla="*/ 2194682 h 2993579"/>
                  <a:gd name="connsiteX26" fmla="*/ 2627697 w 2637322"/>
                  <a:gd name="connsiteY26" fmla="*/ 2493065 h 2993579"/>
                  <a:gd name="connsiteX27" fmla="*/ 2598821 w 2637322"/>
                  <a:gd name="connsiteY27" fmla="*/ 2608569 h 2993579"/>
                  <a:gd name="connsiteX28" fmla="*/ 2589196 w 2637322"/>
                  <a:gd name="connsiteY28" fmla="*/ 2637444 h 2993579"/>
                  <a:gd name="connsiteX29" fmla="*/ 2579571 w 2637322"/>
                  <a:gd name="connsiteY29" fmla="*/ 2666320 h 2993579"/>
                  <a:gd name="connsiteX30" fmla="*/ 2560320 w 2637322"/>
                  <a:gd name="connsiteY30" fmla="*/ 2791449 h 2993579"/>
                  <a:gd name="connsiteX31" fmla="*/ 2550695 w 2637322"/>
                  <a:gd name="connsiteY31" fmla="*/ 2820324 h 2993579"/>
                  <a:gd name="connsiteX32" fmla="*/ 2531444 w 2637322"/>
                  <a:gd name="connsiteY32" fmla="*/ 2849200 h 2993579"/>
                  <a:gd name="connsiteX33" fmla="*/ 2483318 w 2637322"/>
                  <a:gd name="connsiteY33" fmla="*/ 2935827 h 2993579"/>
                  <a:gd name="connsiteX34" fmla="*/ 2454442 w 2637322"/>
                  <a:gd name="connsiteY34" fmla="*/ 2955078 h 2993579"/>
                  <a:gd name="connsiteX35" fmla="*/ 2367815 w 2637322"/>
                  <a:gd name="connsiteY35" fmla="*/ 2983954 h 2993579"/>
                  <a:gd name="connsiteX36" fmla="*/ 2338939 w 2637322"/>
                  <a:gd name="connsiteY36" fmla="*/ 2993579 h 2993579"/>
                  <a:gd name="connsiteX37" fmla="*/ 2156059 w 2637322"/>
                  <a:gd name="connsiteY37" fmla="*/ 2945453 h 2993579"/>
                  <a:gd name="connsiteX38" fmla="*/ 2098307 w 2637322"/>
                  <a:gd name="connsiteY38" fmla="*/ 2887701 h 2993579"/>
                  <a:gd name="connsiteX39" fmla="*/ 2040556 w 2637322"/>
                  <a:gd name="connsiteY39" fmla="*/ 2849200 h 2993579"/>
                  <a:gd name="connsiteX40" fmla="*/ 2021305 w 2637322"/>
                  <a:gd name="connsiteY40" fmla="*/ 2820324 h 2993579"/>
                  <a:gd name="connsiteX41" fmla="*/ 1963554 w 2637322"/>
                  <a:gd name="connsiteY41" fmla="*/ 2791449 h 2993579"/>
                  <a:gd name="connsiteX42" fmla="*/ 1934678 w 2637322"/>
                  <a:gd name="connsiteY42" fmla="*/ 2772198 h 2993579"/>
                  <a:gd name="connsiteX43" fmla="*/ 1828800 w 2637322"/>
                  <a:gd name="connsiteY43" fmla="*/ 2743322 h 2993579"/>
                  <a:gd name="connsiteX44" fmla="*/ 1751798 w 2637322"/>
                  <a:gd name="connsiteY44" fmla="*/ 2733697 h 2993579"/>
                  <a:gd name="connsiteX45" fmla="*/ 1694046 w 2637322"/>
                  <a:gd name="connsiteY45" fmla="*/ 2714446 h 2993579"/>
                  <a:gd name="connsiteX46" fmla="*/ 1578543 w 2637322"/>
                  <a:gd name="connsiteY46" fmla="*/ 2695196 h 2993579"/>
                  <a:gd name="connsiteX47" fmla="*/ 1549667 w 2637322"/>
                  <a:gd name="connsiteY47" fmla="*/ 2685571 h 2993579"/>
                  <a:gd name="connsiteX48" fmla="*/ 1511166 w 2637322"/>
                  <a:gd name="connsiteY48" fmla="*/ 2675945 h 2993579"/>
                  <a:gd name="connsiteX49" fmla="*/ 1472665 w 2637322"/>
                  <a:gd name="connsiteY49" fmla="*/ 2656695 h 2993579"/>
                  <a:gd name="connsiteX50" fmla="*/ 1414914 w 2637322"/>
                  <a:gd name="connsiteY50" fmla="*/ 2637444 h 2993579"/>
                  <a:gd name="connsiteX51" fmla="*/ 1347537 w 2637322"/>
                  <a:gd name="connsiteY51" fmla="*/ 2618194 h 2993579"/>
                  <a:gd name="connsiteX52" fmla="*/ 1289785 w 2637322"/>
                  <a:gd name="connsiteY52" fmla="*/ 2598943 h 2993579"/>
                  <a:gd name="connsiteX53" fmla="*/ 1260910 w 2637322"/>
                  <a:gd name="connsiteY53" fmla="*/ 2589318 h 2993579"/>
                  <a:gd name="connsiteX54" fmla="*/ 1203158 w 2637322"/>
                  <a:gd name="connsiteY54" fmla="*/ 2560442 h 2993579"/>
                  <a:gd name="connsiteX55" fmla="*/ 1174282 w 2637322"/>
                  <a:gd name="connsiteY55" fmla="*/ 2541192 h 2993579"/>
                  <a:gd name="connsiteX56" fmla="*/ 1135781 w 2637322"/>
                  <a:gd name="connsiteY56" fmla="*/ 2531566 h 2993579"/>
                  <a:gd name="connsiteX57" fmla="*/ 1058779 w 2637322"/>
                  <a:gd name="connsiteY57" fmla="*/ 2512316 h 2993579"/>
                  <a:gd name="connsiteX58" fmla="*/ 1029903 w 2637322"/>
                  <a:gd name="connsiteY58" fmla="*/ 2493065 h 2993579"/>
                  <a:gd name="connsiteX59" fmla="*/ 962526 w 2637322"/>
                  <a:gd name="connsiteY59" fmla="*/ 2473815 h 2993579"/>
                  <a:gd name="connsiteX60" fmla="*/ 866274 w 2637322"/>
                  <a:gd name="connsiteY60" fmla="*/ 2444939 h 2993579"/>
                  <a:gd name="connsiteX61" fmla="*/ 770021 w 2637322"/>
                  <a:gd name="connsiteY61" fmla="*/ 2454564 h 2993579"/>
                  <a:gd name="connsiteX62" fmla="*/ 721895 w 2637322"/>
                  <a:gd name="connsiteY62" fmla="*/ 2493065 h 2993579"/>
                  <a:gd name="connsiteX63" fmla="*/ 693019 w 2637322"/>
                  <a:gd name="connsiteY63" fmla="*/ 2502691 h 2993579"/>
                  <a:gd name="connsiteX64" fmla="*/ 606392 w 2637322"/>
                  <a:gd name="connsiteY64" fmla="*/ 2512316 h 2993579"/>
                  <a:gd name="connsiteX65" fmla="*/ 365760 w 2637322"/>
                  <a:gd name="connsiteY65" fmla="*/ 2502691 h 2993579"/>
                  <a:gd name="connsiteX66" fmla="*/ 327259 w 2637322"/>
                  <a:gd name="connsiteY66" fmla="*/ 2464190 h 2993579"/>
                  <a:gd name="connsiteX67" fmla="*/ 298383 w 2637322"/>
                  <a:gd name="connsiteY67" fmla="*/ 2444939 h 2993579"/>
                  <a:gd name="connsiteX68" fmla="*/ 240632 w 2637322"/>
                  <a:gd name="connsiteY68" fmla="*/ 2406438 h 2993579"/>
                  <a:gd name="connsiteX69" fmla="*/ 125128 w 2637322"/>
                  <a:gd name="connsiteY69" fmla="*/ 2416063 h 2993579"/>
                  <a:gd name="connsiteX70" fmla="*/ 67377 w 2637322"/>
                  <a:gd name="connsiteY70" fmla="*/ 2435314 h 2993579"/>
                  <a:gd name="connsiteX71" fmla="*/ 57752 w 2637322"/>
                  <a:gd name="connsiteY71" fmla="*/ 2165806 h 2993579"/>
                  <a:gd name="connsiteX72" fmla="*/ 67377 w 2637322"/>
                  <a:gd name="connsiteY72" fmla="*/ 2117680 h 2993579"/>
                  <a:gd name="connsiteX73" fmla="*/ 86627 w 2637322"/>
                  <a:gd name="connsiteY73" fmla="*/ 2059929 h 2993579"/>
                  <a:gd name="connsiteX74" fmla="*/ 67377 w 2637322"/>
                  <a:gd name="connsiteY74" fmla="*/ 1877049 h 2993579"/>
                  <a:gd name="connsiteX75" fmla="*/ 57752 w 2637322"/>
                  <a:gd name="connsiteY75" fmla="*/ 1280282 h 2993579"/>
                  <a:gd name="connsiteX76" fmla="*/ 38501 w 2637322"/>
                  <a:gd name="connsiteY76" fmla="*/ 1222531 h 2993579"/>
                  <a:gd name="connsiteX77" fmla="*/ 28876 w 2637322"/>
                  <a:gd name="connsiteY77" fmla="*/ 1193655 h 2993579"/>
                  <a:gd name="connsiteX78" fmla="*/ 19251 w 2637322"/>
                  <a:gd name="connsiteY78" fmla="*/ 1164779 h 2993579"/>
                  <a:gd name="connsiteX79" fmla="*/ 9625 w 2637322"/>
                  <a:gd name="connsiteY79" fmla="*/ 1135903 h 2993579"/>
                  <a:gd name="connsiteX80" fmla="*/ 0 w 2637322"/>
                  <a:gd name="connsiteY80" fmla="*/ 972274 h 2993579"/>
                  <a:gd name="connsiteX81" fmla="*/ 9625 w 2637322"/>
                  <a:gd name="connsiteY81" fmla="*/ 779769 h 2993579"/>
                  <a:gd name="connsiteX82" fmla="*/ 19251 w 2637322"/>
                  <a:gd name="connsiteY82" fmla="*/ 818270 h 2993579"/>
                  <a:gd name="connsiteX83" fmla="*/ 28876 w 2637322"/>
                  <a:gd name="connsiteY83" fmla="*/ 847145 h 2993579"/>
                  <a:gd name="connsiteX84" fmla="*/ 48126 w 2637322"/>
                  <a:gd name="connsiteY84" fmla="*/ 876021 h 2993579"/>
                  <a:gd name="connsiteX85" fmla="*/ 57752 w 2637322"/>
                  <a:gd name="connsiteY85" fmla="*/ 904897 h 2993579"/>
                  <a:gd name="connsiteX86" fmla="*/ 77002 w 2637322"/>
                  <a:gd name="connsiteY86" fmla="*/ 933773 h 2993579"/>
                  <a:gd name="connsiteX87" fmla="*/ 96253 w 2637322"/>
                  <a:gd name="connsiteY87" fmla="*/ 1001150 h 2993579"/>
                  <a:gd name="connsiteX88" fmla="*/ 115503 w 2637322"/>
                  <a:gd name="connsiteY88" fmla="*/ 1030025 h 2993579"/>
                  <a:gd name="connsiteX89" fmla="*/ 163630 w 2637322"/>
                  <a:gd name="connsiteY89" fmla="*/ 1116653 h 2993579"/>
                  <a:gd name="connsiteX90" fmla="*/ 192505 w 2637322"/>
                  <a:gd name="connsiteY90" fmla="*/ 1126278 h 2993579"/>
                  <a:gd name="connsiteX91" fmla="*/ 211756 w 2637322"/>
                  <a:gd name="connsiteY91" fmla="*/ 1155154 h 2993579"/>
                  <a:gd name="connsiteX92" fmla="*/ 269507 w 2637322"/>
                  <a:gd name="connsiteY92" fmla="*/ 1184030 h 2993579"/>
                  <a:gd name="connsiteX93" fmla="*/ 327259 w 2637322"/>
                  <a:gd name="connsiteY93" fmla="*/ 1270657 h 2993579"/>
                  <a:gd name="connsiteX94" fmla="*/ 346510 w 2637322"/>
                  <a:gd name="connsiteY94" fmla="*/ 1299533 h 2993579"/>
                  <a:gd name="connsiteX95" fmla="*/ 365760 w 2637322"/>
                  <a:gd name="connsiteY95" fmla="*/ 1357284 h 2993579"/>
                  <a:gd name="connsiteX96" fmla="*/ 385011 w 2637322"/>
                  <a:gd name="connsiteY96" fmla="*/ 1395785 h 2993579"/>
                  <a:gd name="connsiteX97" fmla="*/ 404261 w 2637322"/>
                  <a:gd name="connsiteY97" fmla="*/ 1453537 h 2993579"/>
                  <a:gd name="connsiteX98" fmla="*/ 385011 w 2637322"/>
                  <a:gd name="connsiteY98" fmla="*/ 1607541 h 2993579"/>
                  <a:gd name="connsiteX99" fmla="*/ 365760 w 2637322"/>
                  <a:gd name="connsiteY99" fmla="*/ 1665293 h 2993579"/>
                  <a:gd name="connsiteX100" fmla="*/ 346510 w 2637322"/>
                  <a:gd name="connsiteY100" fmla="*/ 1828922 h 2993579"/>
                  <a:gd name="connsiteX101" fmla="*/ 327259 w 2637322"/>
                  <a:gd name="connsiteY101" fmla="*/ 1886674 h 2993579"/>
                  <a:gd name="connsiteX102" fmla="*/ 308008 w 2637322"/>
                  <a:gd name="connsiteY102" fmla="*/ 1915550 h 2993579"/>
                  <a:gd name="connsiteX103" fmla="*/ 288758 w 2637322"/>
                  <a:gd name="connsiteY103" fmla="*/ 1973301 h 2993579"/>
                  <a:gd name="connsiteX104" fmla="*/ 259882 w 2637322"/>
                  <a:gd name="connsiteY104" fmla="*/ 2040678 h 2993579"/>
                  <a:gd name="connsiteX105" fmla="*/ 221381 w 2637322"/>
                  <a:gd name="connsiteY105" fmla="*/ 2098430 h 2993579"/>
                  <a:gd name="connsiteX106" fmla="*/ 202131 w 2637322"/>
                  <a:gd name="connsiteY106" fmla="*/ 2156181 h 2993579"/>
                  <a:gd name="connsiteX107" fmla="*/ 192505 w 2637322"/>
                  <a:gd name="connsiteY107" fmla="*/ 2185057 h 2993579"/>
                  <a:gd name="connsiteX108" fmla="*/ 202131 w 2637322"/>
                  <a:gd name="connsiteY108" fmla="*/ 2310185 h 2993579"/>
                  <a:gd name="connsiteX109" fmla="*/ 259882 w 2637322"/>
                  <a:gd name="connsiteY109" fmla="*/ 2348686 h 2993579"/>
                  <a:gd name="connsiteX110" fmla="*/ 288758 w 2637322"/>
                  <a:gd name="connsiteY110" fmla="*/ 2367937 h 2993579"/>
                  <a:gd name="connsiteX111" fmla="*/ 308008 w 2637322"/>
                  <a:gd name="connsiteY111" fmla="*/ 2396813 h 2993579"/>
                  <a:gd name="connsiteX112" fmla="*/ 423512 w 2637322"/>
                  <a:gd name="connsiteY112" fmla="*/ 2454564 h 2993579"/>
                  <a:gd name="connsiteX113" fmla="*/ 490888 w 2637322"/>
                  <a:gd name="connsiteY113" fmla="*/ 2464190 h 2993579"/>
                  <a:gd name="connsiteX114" fmla="*/ 529390 w 2637322"/>
                  <a:gd name="connsiteY114" fmla="*/ 2473815 h 2993579"/>
                  <a:gd name="connsiteX115" fmla="*/ 644893 w 2637322"/>
                  <a:gd name="connsiteY115" fmla="*/ 2493065 h 2993579"/>
                  <a:gd name="connsiteX116" fmla="*/ 770021 w 2637322"/>
                  <a:gd name="connsiteY116" fmla="*/ 2483440 h 2993579"/>
                  <a:gd name="connsiteX117" fmla="*/ 798897 w 2637322"/>
                  <a:gd name="connsiteY117" fmla="*/ 2473815 h 2993579"/>
                  <a:gd name="connsiteX118" fmla="*/ 885524 w 2637322"/>
                  <a:gd name="connsiteY118" fmla="*/ 2406438 h 2993579"/>
                  <a:gd name="connsiteX119" fmla="*/ 943276 w 2637322"/>
                  <a:gd name="connsiteY119" fmla="*/ 2367937 h 2993579"/>
                  <a:gd name="connsiteX120" fmla="*/ 972152 w 2637322"/>
                  <a:gd name="connsiteY120" fmla="*/ 2348686 h 2993579"/>
                  <a:gd name="connsiteX121" fmla="*/ 1029903 w 2637322"/>
                  <a:gd name="connsiteY121" fmla="*/ 2329436 h 2993579"/>
                  <a:gd name="connsiteX122" fmla="*/ 1058779 w 2637322"/>
                  <a:gd name="connsiteY122" fmla="*/ 2319811 h 2993579"/>
                  <a:gd name="connsiteX123" fmla="*/ 1145406 w 2637322"/>
                  <a:gd name="connsiteY123" fmla="*/ 2262059 h 2993579"/>
                  <a:gd name="connsiteX124" fmla="*/ 1174282 w 2637322"/>
                  <a:gd name="connsiteY124" fmla="*/ 2242809 h 2993579"/>
                  <a:gd name="connsiteX125" fmla="*/ 1260910 w 2637322"/>
                  <a:gd name="connsiteY125" fmla="*/ 2175432 h 2993579"/>
                  <a:gd name="connsiteX126" fmla="*/ 1318661 w 2637322"/>
                  <a:gd name="connsiteY126" fmla="*/ 2136931 h 2993579"/>
                  <a:gd name="connsiteX127" fmla="*/ 1376413 w 2637322"/>
                  <a:gd name="connsiteY127" fmla="*/ 2098430 h 2993579"/>
                  <a:gd name="connsiteX128" fmla="*/ 1424539 w 2637322"/>
                  <a:gd name="connsiteY128" fmla="*/ 2059929 h 2993579"/>
                  <a:gd name="connsiteX129" fmla="*/ 1443790 w 2637322"/>
                  <a:gd name="connsiteY129" fmla="*/ 2031053 h 2993579"/>
                  <a:gd name="connsiteX130" fmla="*/ 1472665 w 2637322"/>
                  <a:gd name="connsiteY130" fmla="*/ 2002177 h 2993579"/>
                  <a:gd name="connsiteX131" fmla="*/ 1520792 w 2637322"/>
                  <a:gd name="connsiteY131" fmla="*/ 1915550 h 2993579"/>
                  <a:gd name="connsiteX132" fmla="*/ 1540042 w 2637322"/>
                  <a:gd name="connsiteY132" fmla="*/ 1886674 h 2993579"/>
                  <a:gd name="connsiteX133" fmla="*/ 1597794 w 2637322"/>
                  <a:gd name="connsiteY133" fmla="*/ 1771171 h 2993579"/>
                  <a:gd name="connsiteX134" fmla="*/ 1617044 w 2637322"/>
                  <a:gd name="connsiteY134" fmla="*/ 1742295 h 2993579"/>
                  <a:gd name="connsiteX135" fmla="*/ 1626670 w 2637322"/>
                  <a:gd name="connsiteY135" fmla="*/ 1713419 h 2993579"/>
                  <a:gd name="connsiteX136" fmla="*/ 1665171 w 2637322"/>
                  <a:gd name="connsiteY136" fmla="*/ 1655667 h 2993579"/>
                  <a:gd name="connsiteX137" fmla="*/ 1684421 w 2637322"/>
                  <a:gd name="connsiteY137" fmla="*/ 1569040 h 2993579"/>
                  <a:gd name="connsiteX138" fmla="*/ 1694046 w 2637322"/>
                  <a:gd name="connsiteY138" fmla="*/ 1540164 h 2993579"/>
                  <a:gd name="connsiteX139" fmla="*/ 1713297 w 2637322"/>
                  <a:gd name="connsiteY139" fmla="*/ 1511289 h 2993579"/>
                  <a:gd name="connsiteX140" fmla="*/ 1742173 w 2637322"/>
                  <a:gd name="connsiteY140" fmla="*/ 1453537 h 2993579"/>
                  <a:gd name="connsiteX141" fmla="*/ 1771048 w 2637322"/>
                  <a:gd name="connsiteY141" fmla="*/ 1443912 h 2993579"/>
                  <a:gd name="connsiteX142" fmla="*/ 1799924 w 2637322"/>
                  <a:gd name="connsiteY142" fmla="*/ 1424661 h 2993579"/>
                  <a:gd name="connsiteX143" fmla="*/ 1828800 w 2637322"/>
                  <a:gd name="connsiteY143" fmla="*/ 1415036 h 2993579"/>
                  <a:gd name="connsiteX144" fmla="*/ 1848051 w 2637322"/>
                  <a:gd name="connsiteY144" fmla="*/ 1318783 h 2993579"/>
                  <a:gd name="connsiteX145" fmla="*/ 1867301 w 2637322"/>
                  <a:gd name="connsiteY145" fmla="*/ 1261032 h 2993579"/>
                  <a:gd name="connsiteX146" fmla="*/ 1876926 w 2637322"/>
                  <a:gd name="connsiteY146" fmla="*/ 1232156 h 2993579"/>
                  <a:gd name="connsiteX147" fmla="*/ 1896177 w 2637322"/>
                  <a:gd name="connsiteY147" fmla="*/ 1203280 h 2993579"/>
                  <a:gd name="connsiteX148" fmla="*/ 1915427 w 2637322"/>
                  <a:gd name="connsiteY148" fmla="*/ 1135903 h 2993579"/>
                  <a:gd name="connsiteX149" fmla="*/ 1944303 w 2637322"/>
                  <a:gd name="connsiteY149" fmla="*/ 1039651 h 2993579"/>
                  <a:gd name="connsiteX150" fmla="*/ 1953928 w 2637322"/>
                  <a:gd name="connsiteY150" fmla="*/ 1010775 h 2993579"/>
                  <a:gd name="connsiteX151" fmla="*/ 1973179 w 2637322"/>
                  <a:gd name="connsiteY151" fmla="*/ 981899 h 2993579"/>
                  <a:gd name="connsiteX152" fmla="*/ 1992430 w 2637322"/>
                  <a:gd name="connsiteY152" fmla="*/ 914522 h 2993579"/>
                  <a:gd name="connsiteX153" fmla="*/ 2011680 w 2637322"/>
                  <a:gd name="connsiteY153" fmla="*/ 856771 h 2993579"/>
                  <a:gd name="connsiteX154" fmla="*/ 2030931 w 2637322"/>
                  <a:gd name="connsiteY154" fmla="*/ 799019 h 2993579"/>
                  <a:gd name="connsiteX155" fmla="*/ 2069432 w 2637322"/>
                  <a:gd name="connsiteY155" fmla="*/ 712392 h 2993579"/>
                  <a:gd name="connsiteX156" fmla="*/ 2079057 w 2637322"/>
                  <a:gd name="connsiteY156" fmla="*/ 683516 h 2993579"/>
                  <a:gd name="connsiteX157" fmla="*/ 2107933 w 2637322"/>
                  <a:gd name="connsiteY157" fmla="*/ 568013 h 2993579"/>
                  <a:gd name="connsiteX158" fmla="*/ 2136808 w 2637322"/>
                  <a:gd name="connsiteY158" fmla="*/ 481385 h 2993579"/>
                  <a:gd name="connsiteX159" fmla="*/ 2146434 w 2637322"/>
                  <a:gd name="connsiteY159" fmla="*/ 452510 h 2993579"/>
                  <a:gd name="connsiteX160" fmla="*/ 2156059 w 2637322"/>
                  <a:gd name="connsiteY160" fmla="*/ 414009 h 2993579"/>
                  <a:gd name="connsiteX161" fmla="*/ 2175310 w 2637322"/>
                  <a:gd name="connsiteY161" fmla="*/ 356257 h 2993579"/>
                  <a:gd name="connsiteX162" fmla="*/ 2213811 w 2637322"/>
                  <a:gd name="connsiteY162" fmla="*/ 183002 h 2993579"/>
                  <a:gd name="connsiteX163" fmla="*/ 2233061 w 2637322"/>
                  <a:gd name="connsiteY163" fmla="*/ 125251 h 2993579"/>
                  <a:gd name="connsiteX164" fmla="*/ 2252312 w 2637322"/>
                  <a:gd name="connsiteY164" fmla="*/ 96375 h 2993579"/>
                  <a:gd name="connsiteX165" fmla="*/ 2271562 w 2637322"/>
                  <a:gd name="connsiteY165" fmla="*/ 122 h 2993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</a:cxnLst>
                <a:rect l="l" t="t" r="r" b="b"/>
                <a:pathLst>
                  <a:path w="2637322" h="2993579">
                    <a:moveTo>
                      <a:pt x="2271562" y="122"/>
                    </a:moveTo>
                    <a:cubicBezTo>
                      <a:pt x="2277979" y="-3086"/>
                      <a:pt x="2280945" y="57388"/>
                      <a:pt x="2290813" y="77124"/>
                    </a:cubicBezTo>
                    <a:cubicBezTo>
                      <a:pt x="2322413" y="140322"/>
                      <a:pt x="2304486" y="64437"/>
                      <a:pt x="2329314" y="163752"/>
                    </a:cubicBezTo>
                    <a:cubicBezTo>
                      <a:pt x="2332522" y="176586"/>
                      <a:pt x="2335138" y="189582"/>
                      <a:pt x="2338939" y="202253"/>
                    </a:cubicBezTo>
                    <a:cubicBezTo>
                      <a:pt x="2344770" y="221689"/>
                      <a:pt x="2351773" y="240754"/>
                      <a:pt x="2358190" y="260004"/>
                    </a:cubicBezTo>
                    <a:lnTo>
                      <a:pt x="2387065" y="346632"/>
                    </a:lnTo>
                    <a:lnTo>
                      <a:pt x="2396691" y="375507"/>
                    </a:lnTo>
                    <a:cubicBezTo>
                      <a:pt x="2399900" y="385132"/>
                      <a:pt x="2400688" y="395941"/>
                      <a:pt x="2406316" y="404383"/>
                    </a:cubicBezTo>
                    <a:cubicBezTo>
                      <a:pt x="2412733" y="414008"/>
                      <a:pt x="2420868" y="422688"/>
                      <a:pt x="2425566" y="433259"/>
                    </a:cubicBezTo>
                    <a:cubicBezTo>
                      <a:pt x="2433807" y="451802"/>
                      <a:pt x="2438400" y="471760"/>
                      <a:pt x="2444817" y="491011"/>
                    </a:cubicBezTo>
                    <a:lnTo>
                      <a:pt x="2473693" y="577638"/>
                    </a:lnTo>
                    <a:lnTo>
                      <a:pt x="2492943" y="635390"/>
                    </a:lnTo>
                    <a:cubicBezTo>
                      <a:pt x="2496151" y="645015"/>
                      <a:pt x="2500107" y="654422"/>
                      <a:pt x="2502568" y="664265"/>
                    </a:cubicBezTo>
                    <a:cubicBezTo>
                      <a:pt x="2532674" y="784678"/>
                      <a:pt x="2494191" y="634942"/>
                      <a:pt x="2521819" y="731642"/>
                    </a:cubicBezTo>
                    <a:cubicBezTo>
                      <a:pt x="2525453" y="744362"/>
                      <a:pt x="2527810" y="757423"/>
                      <a:pt x="2531444" y="770143"/>
                    </a:cubicBezTo>
                    <a:cubicBezTo>
                      <a:pt x="2543678" y="812962"/>
                      <a:pt x="2540663" y="787360"/>
                      <a:pt x="2550695" y="837520"/>
                    </a:cubicBezTo>
                    <a:cubicBezTo>
                      <a:pt x="2554522" y="856657"/>
                      <a:pt x="2556493" y="876135"/>
                      <a:pt x="2560320" y="895272"/>
                    </a:cubicBezTo>
                    <a:cubicBezTo>
                      <a:pt x="2562914" y="908244"/>
                      <a:pt x="2567075" y="920859"/>
                      <a:pt x="2569945" y="933773"/>
                    </a:cubicBezTo>
                    <a:cubicBezTo>
                      <a:pt x="2573494" y="949743"/>
                      <a:pt x="2575603" y="966028"/>
                      <a:pt x="2579571" y="981899"/>
                    </a:cubicBezTo>
                    <a:cubicBezTo>
                      <a:pt x="2582032" y="991742"/>
                      <a:pt x="2586735" y="1000932"/>
                      <a:pt x="2589196" y="1010775"/>
                    </a:cubicBezTo>
                    <a:cubicBezTo>
                      <a:pt x="2593164" y="1026646"/>
                      <a:pt x="2595613" y="1042859"/>
                      <a:pt x="2598821" y="1058901"/>
                    </a:cubicBezTo>
                    <a:cubicBezTo>
                      <a:pt x="2602029" y="1090985"/>
                      <a:pt x="2605768" y="1123021"/>
                      <a:pt x="2608446" y="1155154"/>
                    </a:cubicBezTo>
                    <a:cubicBezTo>
                      <a:pt x="2612186" y="1200031"/>
                      <a:pt x="2613802" y="1245078"/>
                      <a:pt x="2618072" y="1289907"/>
                    </a:cubicBezTo>
                    <a:cubicBezTo>
                      <a:pt x="2620223" y="1312492"/>
                      <a:pt x="2624489" y="1334825"/>
                      <a:pt x="2627697" y="1357284"/>
                    </a:cubicBezTo>
                    <a:cubicBezTo>
                      <a:pt x="2624489" y="1552998"/>
                      <a:pt x="2618072" y="1748685"/>
                      <a:pt x="2618072" y="1944425"/>
                    </a:cubicBezTo>
                    <a:cubicBezTo>
                      <a:pt x="2618072" y="2110880"/>
                      <a:pt x="2616992" y="2093028"/>
                      <a:pt x="2637322" y="2194682"/>
                    </a:cubicBezTo>
                    <a:cubicBezTo>
                      <a:pt x="2634114" y="2294143"/>
                      <a:pt x="2633068" y="2393697"/>
                      <a:pt x="2627697" y="2493065"/>
                    </a:cubicBezTo>
                    <a:cubicBezTo>
                      <a:pt x="2625188" y="2539477"/>
                      <a:pt x="2613376" y="2564905"/>
                      <a:pt x="2598821" y="2608569"/>
                    </a:cubicBezTo>
                    <a:lnTo>
                      <a:pt x="2589196" y="2637444"/>
                    </a:lnTo>
                    <a:lnTo>
                      <a:pt x="2579571" y="2666320"/>
                    </a:lnTo>
                    <a:cubicBezTo>
                      <a:pt x="2573727" y="2713068"/>
                      <a:pt x="2571342" y="2747359"/>
                      <a:pt x="2560320" y="2791449"/>
                    </a:cubicBezTo>
                    <a:cubicBezTo>
                      <a:pt x="2557859" y="2801292"/>
                      <a:pt x="2555232" y="2811249"/>
                      <a:pt x="2550695" y="2820324"/>
                    </a:cubicBezTo>
                    <a:cubicBezTo>
                      <a:pt x="2545521" y="2830671"/>
                      <a:pt x="2537861" y="2839575"/>
                      <a:pt x="2531444" y="2849200"/>
                    </a:cubicBezTo>
                    <a:cubicBezTo>
                      <a:pt x="2512845" y="2904998"/>
                      <a:pt x="2523218" y="2902577"/>
                      <a:pt x="2483318" y="2935827"/>
                    </a:cubicBezTo>
                    <a:cubicBezTo>
                      <a:pt x="2474431" y="2943233"/>
                      <a:pt x="2465013" y="2950380"/>
                      <a:pt x="2454442" y="2955078"/>
                    </a:cubicBezTo>
                    <a:cubicBezTo>
                      <a:pt x="2454428" y="2955084"/>
                      <a:pt x="2382260" y="2979139"/>
                      <a:pt x="2367815" y="2983954"/>
                    </a:cubicBezTo>
                    <a:lnTo>
                      <a:pt x="2338939" y="2993579"/>
                    </a:lnTo>
                    <a:cubicBezTo>
                      <a:pt x="2251177" y="2986828"/>
                      <a:pt x="2215193" y="3004587"/>
                      <a:pt x="2156059" y="2945453"/>
                    </a:cubicBezTo>
                    <a:cubicBezTo>
                      <a:pt x="2136808" y="2926202"/>
                      <a:pt x="2120959" y="2902803"/>
                      <a:pt x="2098307" y="2887701"/>
                    </a:cubicBezTo>
                    <a:lnTo>
                      <a:pt x="2040556" y="2849200"/>
                    </a:lnTo>
                    <a:cubicBezTo>
                      <a:pt x="2034139" y="2839575"/>
                      <a:pt x="2029485" y="2828504"/>
                      <a:pt x="2021305" y="2820324"/>
                    </a:cubicBezTo>
                    <a:cubicBezTo>
                      <a:pt x="2002646" y="2801665"/>
                      <a:pt x="1987039" y="2799277"/>
                      <a:pt x="1963554" y="2791449"/>
                    </a:cubicBezTo>
                    <a:cubicBezTo>
                      <a:pt x="1953929" y="2785032"/>
                      <a:pt x="1945249" y="2776896"/>
                      <a:pt x="1934678" y="2772198"/>
                    </a:cubicBezTo>
                    <a:cubicBezTo>
                      <a:pt x="1902821" y="2758039"/>
                      <a:pt x="1863434" y="2748650"/>
                      <a:pt x="1828800" y="2743322"/>
                    </a:cubicBezTo>
                    <a:cubicBezTo>
                      <a:pt x="1803234" y="2739389"/>
                      <a:pt x="1777465" y="2736905"/>
                      <a:pt x="1751798" y="2733697"/>
                    </a:cubicBezTo>
                    <a:cubicBezTo>
                      <a:pt x="1732547" y="2727280"/>
                      <a:pt x="1714062" y="2717782"/>
                      <a:pt x="1694046" y="2714446"/>
                    </a:cubicBezTo>
                    <a:cubicBezTo>
                      <a:pt x="1655545" y="2708029"/>
                      <a:pt x="1615572" y="2707539"/>
                      <a:pt x="1578543" y="2695196"/>
                    </a:cubicBezTo>
                    <a:cubicBezTo>
                      <a:pt x="1568918" y="2691988"/>
                      <a:pt x="1559423" y="2688358"/>
                      <a:pt x="1549667" y="2685571"/>
                    </a:cubicBezTo>
                    <a:cubicBezTo>
                      <a:pt x="1536947" y="2681937"/>
                      <a:pt x="1523552" y="2680590"/>
                      <a:pt x="1511166" y="2675945"/>
                    </a:cubicBezTo>
                    <a:cubicBezTo>
                      <a:pt x="1497731" y="2670907"/>
                      <a:pt x="1485987" y="2662024"/>
                      <a:pt x="1472665" y="2656695"/>
                    </a:cubicBezTo>
                    <a:cubicBezTo>
                      <a:pt x="1453825" y="2649159"/>
                      <a:pt x="1434164" y="2643861"/>
                      <a:pt x="1414914" y="2637444"/>
                    </a:cubicBezTo>
                    <a:cubicBezTo>
                      <a:pt x="1317886" y="2605101"/>
                      <a:pt x="1468377" y="2654446"/>
                      <a:pt x="1347537" y="2618194"/>
                    </a:cubicBezTo>
                    <a:cubicBezTo>
                      <a:pt x="1328101" y="2612363"/>
                      <a:pt x="1309036" y="2605360"/>
                      <a:pt x="1289785" y="2598943"/>
                    </a:cubicBezTo>
                    <a:lnTo>
                      <a:pt x="1260910" y="2589318"/>
                    </a:lnTo>
                    <a:cubicBezTo>
                      <a:pt x="1178164" y="2534153"/>
                      <a:pt x="1282851" y="2600287"/>
                      <a:pt x="1203158" y="2560442"/>
                    </a:cubicBezTo>
                    <a:cubicBezTo>
                      <a:pt x="1192811" y="2555269"/>
                      <a:pt x="1184915" y="2545749"/>
                      <a:pt x="1174282" y="2541192"/>
                    </a:cubicBezTo>
                    <a:cubicBezTo>
                      <a:pt x="1162123" y="2535981"/>
                      <a:pt x="1148695" y="2534436"/>
                      <a:pt x="1135781" y="2531566"/>
                    </a:cubicBezTo>
                    <a:cubicBezTo>
                      <a:pt x="1066084" y="2516077"/>
                      <a:pt x="1110383" y="2529517"/>
                      <a:pt x="1058779" y="2512316"/>
                    </a:cubicBezTo>
                    <a:cubicBezTo>
                      <a:pt x="1049154" y="2505899"/>
                      <a:pt x="1040250" y="2498238"/>
                      <a:pt x="1029903" y="2493065"/>
                    </a:cubicBezTo>
                    <a:cubicBezTo>
                      <a:pt x="1013730" y="2484979"/>
                      <a:pt x="977945" y="2478441"/>
                      <a:pt x="962526" y="2473815"/>
                    </a:cubicBezTo>
                    <a:cubicBezTo>
                      <a:pt x="845358" y="2438664"/>
                      <a:pt x="955015" y="2467124"/>
                      <a:pt x="866274" y="2444939"/>
                    </a:cubicBezTo>
                    <a:cubicBezTo>
                      <a:pt x="834190" y="2448147"/>
                      <a:pt x="801890" y="2449661"/>
                      <a:pt x="770021" y="2454564"/>
                    </a:cubicBezTo>
                    <a:cubicBezTo>
                      <a:pt x="717603" y="2462628"/>
                      <a:pt x="761102" y="2461699"/>
                      <a:pt x="721895" y="2493065"/>
                    </a:cubicBezTo>
                    <a:cubicBezTo>
                      <a:pt x="713972" y="2499403"/>
                      <a:pt x="703027" y="2501023"/>
                      <a:pt x="693019" y="2502691"/>
                    </a:cubicBezTo>
                    <a:cubicBezTo>
                      <a:pt x="664361" y="2507467"/>
                      <a:pt x="635268" y="2509108"/>
                      <a:pt x="606392" y="2512316"/>
                    </a:cubicBezTo>
                    <a:cubicBezTo>
                      <a:pt x="526181" y="2509108"/>
                      <a:pt x="445831" y="2508410"/>
                      <a:pt x="365760" y="2502691"/>
                    </a:cubicBezTo>
                    <a:cubicBezTo>
                      <a:pt x="316759" y="2499191"/>
                      <a:pt x="350592" y="2493356"/>
                      <a:pt x="327259" y="2464190"/>
                    </a:cubicBezTo>
                    <a:cubicBezTo>
                      <a:pt x="320032" y="2455157"/>
                      <a:pt x="307270" y="2452345"/>
                      <a:pt x="298383" y="2444939"/>
                    </a:cubicBezTo>
                    <a:cubicBezTo>
                      <a:pt x="250317" y="2404884"/>
                      <a:pt x="291377" y="2423353"/>
                      <a:pt x="240632" y="2406438"/>
                    </a:cubicBezTo>
                    <a:cubicBezTo>
                      <a:pt x="202131" y="2409646"/>
                      <a:pt x="163237" y="2409711"/>
                      <a:pt x="125128" y="2416063"/>
                    </a:cubicBezTo>
                    <a:cubicBezTo>
                      <a:pt x="105112" y="2419399"/>
                      <a:pt x="67377" y="2435314"/>
                      <a:pt x="67377" y="2435314"/>
                    </a:cubicBezTo>
                    <a:cubicBezTo>
                      <a:pt x="4478" y="2340967"/>
                      <a:pt x="41550" y="2408827"/>
                      <a:pt x="57752" y="2165806"/>
                    </a:cubicBezTo>
                    <a:cubicBezTo>
                      <a:pt x="58840" y="2149483"/>
                      <a:pt x="63073" y="2133463"/>
                      <a:pt x="67377" y="2117680"/>
                    </a:cubicBezTo>
                    <a:cubicBezTo>
                      <a:pt x="72716" y="2098103"/>
                      <a:pt x="86627" y="2059929"/>
                      <a:pt x="86627" y="2059929"/>
                    </a:cubicBezTo>
                    <a:cubicBezTo>
                      <a:pt x="71022" y="1981900"/>
                      <a:pt x="70320" y="1988880"/>
                      <a:pt x="67377" y="1877049"/>
                    </a:cubicBezTo>
                    <a:cubicBezTo>
                      <a:pt x="62143" y="1678170"/>
                      <a:pt x="66521" y="1479037"/>
                      <a:pt x="57752" y="1280282"/>
                    </a:cubicBezTo>
                    <a:cubicBezTo>
                      <a:pt x="56858" y="1260010"/>
                      <a:pt x="44918" y="1241781"/>
                      <a:pt x="38501" y="1222531"/>
                    </a:cubicBezTo>
                    <a:lnTo>
                      <a:pt x="28876" y="1193655"/>
                    </a:lnTo>
                    <a:lnTo>
                      <a:pt x="19251" y="1164779"/>
                    </a:lnTo>
                    <a:lnTo>
                      <a:pt x="9625" y="1135903"/>
                    </a:lnTo>
                    <a:cubicBezTo>
                      <a:pt x="6417" y="1081360"/>
                      <a:pt x="0" y="1026911"/>
                      <a:pt x="0" y="972274"/>
                    </a:cubicBezTo>
                    <a:cubicBezTo>
                      <a:pt x="0" y="908026"/>
                      <a:pt x="1656" y="843521"/>
                      <a:pt x="9625" y="779769"/>
                    </a:cubicBezTo>
                    <a:cubicBezTo>
                      <a:pt x="11266" y="766642"/>
                      <a:pt x="15617" y="805550"/>
                      <a:pt x="19251" y="818270"/>
                    </a:cubicBezTo>
                    <a:cubicBezTo>
                      <a:pt x="22038" y="828025"/>
                      <a:pt x="24339" y="838070"/>
                      <a:pt x="28876" y="847145"/>
                    </a:cubicBezTo>
                    <a:cubicBezTo>
                      <a:pt x="34049" y="857492"/>
                      <a:pt x="42953" y="865674"/>
                      <a:pt x="48126" y="876021"/>
                    </a:cubicBezTo>
                    <a:cubicBezTo>
                      <a:pt x="52663" y="885096"/>
                      <a:pt x="53215" y="895822"/>
                      <a:pt x="57752" y="904897"/>
                    </a:cubicBezTo>
                    <a:cubicBezTo>
                      <a:pt x="62925" y="915244"/>
                      <a:pt x="71829" y="923426"/>
                      <a:pt x="77002" y="933773"/>
                    </a:cubicBezTo>
                    <a:cubicBezTo>
                      <a:pt x="95730" y="971230"/>
                      <a:pt x="77752" y="957981"/>
                      <a:pt x="96253" y="1001150"/>
                    </a:cubicBezTo>
                    <a:cubicBezTo>
                      <a:pt x="100810" y="1011782"/>
                      <a:pt x="109086" y="1020400"/>
                      <a:pt x="115503" y="1030025"/>
                    </a:cubicBezTo>
                    <a:cubicBezTo>
                      <a:pt x="123978" y="1055451"/>
                      <a:pt x="138806" y="1108378"/>
                      <a:pt x="163630" y="1116653"/>
                    </a:cubicBezTo>
                    <a:lnTo>
                      <a:pt x="192505" y="1126278"/>
                    </a:lnTo>
                    <a:cubicBezTo>
                      <a:pt x="198922" y="1135903"/>
                      <a:pt x="203576" y="1146974"/>
                      <a:pt x="211756" y="1155154"/>
                    </a:cubicBezTo>
                    <a:cubicBezTo>
                      <a:pt x="230413" y="1173811"/>
                      <a:pt x="246024" y="1176201"/>
                      <a:pt x="269507" y="1184030"/>
                    </a:cubicBezTo>
                    <a:lnTo>
                      <a:pt x="327259" y="1270657"/>
                    </a:lnTo>
                    <a:lnTo>
                      <a:pt x="346510" y="1299533"/>
                    </a:lnTo>
                    <a:cubicBezTo>
                      <a:pt x="352927" y="1318783"/>
                      <a:pt x="356685" y="1339135"/>
                      <a:pt x="365760" y="1357284"/>
                    </a:cubicBezTo>
                    <a:cubicBezTo>
                      <a:pt x="372177" y="1370118"/>
                      <a:pt x="379682" y="1382463"/>
                      <a:pt x="385011" y="1395785"/>
                    </a:cubicBezTo>
                    <a:cubicBezTo>
                      <a:pt x="392547" y="1414626"/>
                      <a:pt x="404261" y="1453537"/>
                      <a:pt x="404261" y="1453537"/>
                    </a:cubicBezTo>
                    <a:cubicBezTo>
                      <a:pt x="397805" y="1531007"/>
                      <a:pt x="402545" y="1549096"/>
                      <a:pt x="385011" y="1607541"/>
                    </a:cubicBezTo>
                    <a:cubicBezTo>
                      <a:pt x="379180" y="1626977"/>
                      <a:pt x="365760" y="1665293"/>
                      <a:pt x="365760" y="1665293"/>
                    </a:cubicBezTo>
                    <a:cubicBezTo>
                      <a:pt x="362385" y="1702424"/>
                      <a:pt x="357546" y="1784777"/>
                      <a:pt x="346510" y="1828922"/>
                    </a:cubicBezTo>
                    <a:cubicBezTo>
                      <a:pt x="341588" y="1848608"/>
                      <a:pt x="338515" y="1869790"/>
                      <a:pt x="327259" y="1886674"/>
                    </a:cubicBezTo>
                    <a:lnTo>
                      <a:pt x="308008" y="1915550"/>
                    </a:lnTo>
                    <a:lnTo>
                      <a:pt x="288758" y="1973301"/>
                    </a:lnTo>
                    <a:cubicBezTo>
                      <a:pt x="278800" y="2003176"/>
                      <a:pt x="277725" y="2010940"/>
                      <a:pt x="259882" y="2040678"/>
                    </a:cubicBezTo>
                    <a:cubicBezTo>
                      <a:pt x="247978" y="2060517"/>
                      <a:pt x="221381" y="2098430"/>
                      <a:pt x="221381" y="2098430"/>
                    </a:cubicBezTo>
                    <a:lnTo>
                      <a:pt x="202131" y="2156181"/>
                    </a:lnTo>
                    <a:lnTo>
                      <a:pt x="192505" y="2185057"/>
                    </a:lnTo>
                    <a:cubicBezTo>
                      <a:pt x="195714" y="2226766"/>
                      <a:pt x="186203" y="2271503"/>
                      <a:pt x="202131" y="2310185"/>
                    </a:cubicBezTo>
                    <a:cubicBezTo>
                      <a:pt x="210940" y="2331578"/>
                      <a:pt x="240632" y="2335852"/>
                      <a:pt x="259882" y="2348686"/>
                    </a:cubicBezTo>
                    <a:lnTo>
                      <a:pt x="288758" y="2367937"/>
                    </a:lnTo>
                    <a:cubicBezTo>
                      <a:pt x="295175" y="2377562"/>
                      <a:pt x="299302" y="2389195"/>
                      <a:pt x="308008" y="2396813"/>
                    </a:cubicBezTo>
                    <a:cubicBezTo>
                      <a:pt x="337766" y="2422851"/>
                      <a:pt x="383172" y="2448801"/>
                      <a:pt x="423512" y="2454564"/>
                    </a:cubicBezTo>
                    <a:cubicBezTo>
                      <a:pt x="445971" y="2457773"/>
                      <a:pt x="468567" y="2460132"/>
                      <a:pt x="490888" y="2464190"/>
                    </a:cubicBezTo>
                    <a:cubicBezTo>
                      <a:pt x="503904" y="2466557"/>
                      <a:pt x="516341" y="2471640"/>
                      <a:pt x="529390" y="2473815"/>
                    </a:cubicBezTo>
                    <a:cubicBezTo>
                      <a:pt x="664580" y="2496346"/>
                      <a:pt x="558252" y="2471405"/>
                      <a:pt x="644893" y="2493065"/>
                    </a:cubicBezTo>
                    <a:cubicBezTo>
                      <a:pt x="686602" y="2489857"/>
                      <a:pt x="728511" y="2488629"/>
                      <a:pt x="770021" y="2483440"/>
                    </a:cubicBezTo>
                    <a:cubicBezTo>
                      <a:pt x="780089" y="2482182"/>
                      <a:pt x="790888" y="2480044"/>
                      <a:pt x="798897" y="2473815"/>
                    </a:cubicBezTo>
                    <a:cubicBezTo>
                      <a:pt x="896285" y="2398068"/>
                      <a:pt x="818722" y="2428704"/>
                      <a:pt x="885524" y="2406438"/>
                    </a:cubicBezTo>
                    <a:lnTo>
                      <a:pt x="943276" y="2367937"/>
                    </a:lnTo>
                    <a:cubicBezTo>
                      <a:pt x="952901" y="2361520"/>
                      <a:pt x="961177" y="2352344"/>
                      <a:pt x="972152" y="2348686"/>
                    </a:cubicBezTo>
                    <a:lnTo>
                      <a:pt x="1029903" y="2329436"/>
                    </a:lnTo>
                    <a:lnTo>
                      <a:pt x="1058779" y="2319811"/>
                    </a:lnTo>
                    <a:lnTo>
                      <a:pt x="1145406" y="2262059"/>
                    </a:lnTo>
                    <a:cubicBezTo>
                      <a:pt x="1155031" y="2255642"/>
                      <a:pt x="1166102" y="2250989"/>
                      <a:pt x="1174282" y="2242809"/>
                    </a:cubicBezTo>
                    <a:cubicBezTo>
                      <a:pt x="1239208" y="2177883"/>
                      <a:pt x="1206206" y="2193666"/>
                      <a:pt x="1260910" y="2175432"/>
                    </a:cubicBezTo>
                    <a:cubicBezTo>
                      <a:pt x="1353019" y="2083320"/>
                      <a:pt x="1235086" y="2192647"/>
                      <a:pt x="1318661" y="2136931"/>
                    </a:cubicBezTo>
                    <a:cubicBezTo>
                      <a:pt x="1390762" y="2088864"/>
                      <a:pt x="1307753" y="2121316"/>
                      <a:pt x="1376413" y="2098430"/>
                    </a:cubicBezTo>
                    <a:cubicBezTo>
                      <a:pt x="1431579" y="2015678"/>
                      <a:pt x="1358124" y="2113060"/>
                      <a:pt x="1424539" y="2059929"/>
                    </a:cubicBezTo>
                    <a:cubicBezTo>
                      <a:pt x="1433572" y="2052702"/>
                      <a:pt x="1436384" y="2039940"/>
                      <a:pt x="1443790" y="2031053"/>
                    </a:cubicBezTo>
                    <a:cubicBezTo>
                      <a:pt x="1452504" y="2020596"/>
                      <a:pt x="1463040" y="2011802"/>
                      <a:pt x="1472665" y="2002177"/>
                    </a:cubicBezTo>
                    <a:cubicBezTo>
                      <a:pt x="1489608" y="1951351"/>
                      <a:pt x="1476662" y="1981745"/>
                      <a:pt x="1520792" y="1915550"/>
                    </a:cubicBezTo>
                    <a:cubicBezTo>
                      <a:pt x="1527209" y="1905925"/>
                      <a:pt x="1536384" y="1897648"/>
                      <a:pt x="1540042" y="1886674"/>
                    </a:cubicBezTo>
                    <a:cubicBezTo>
                      <a:pt x="1566610" y="1806971"/>
                      <a:pt x="1548036" y="1845808"/>
                      <a:pt x="1597794" y="1771171"/>
                    </a:cubicBezTo>
                    <a:cubicBezTo>
                      <a:pt x="1604211" y="1761546"/>
                      <a:pt x="1613386" y="1753269"/>
                      <a:pt x="1617044" y="1742295"/>
                    </a:cubicBezTo>
                    <a:cubicBezTo>
                      <a:pt x="1620253" y="1732670"/>
                      <a:pt x="1621743" y="1722288"/>
                      <a:pt x="1626670" y="1713419"/>
                    </a:cubicBezTo>
                    <a:cubicBezTo>
                      <a:pt x="1637906" y="1693194"/>
                      <a:pt x="1665171" y="1655667"/>
                      <a:pt x="1665171" y="1655667"/>
                    </a:cubicBezTo>
                    <a:cubicBezTo>
                      <a:pt x="1671787" y="1622586"/>
                      <a:pt x="1675359" y="1600757"/>
                      <a:pt x="1684421" y="1569040"/>
                    </a:cubicBezTo>
                    <a:cubicBezTo>
                      <a:pt x="1687208" y="1559284"/>
                      <a:pt x="1689509" y="1549239"/>
                      <a:pt x="1694046" y="1540164"/>
                    </a:cubicBezTo>
                    <a:cubicBezTo>
                      <a:pt x="1699219" y="1529817"/>
                      <a:pt x="1706880" y="1520914"/>
                      <a:pt x="1713297" y="1511289"/>
                    </a:cubicBezTo>
                    <a:cubicBezTo>
                      <a:pt x="1719638" y="1492266"/>
                      <a:pt x="1725209" y="1467108"/>
                      <a:pt x="1742173" y="1453537"/>
                    </a:cubicBezTo>
                    <a:cubicBezTo>
                      <a:pt x="1750095" y="1447199"/>
                      <a:pt x="1761423" y="1447120"/>
                      <a:pt x="1771048" y="1443912"/>
                    </a:cubicBezTo>
                    <a:cubicBezTo>
                      <a:pt x="1780673" y="1437495"/>
                      <a:pt x="1789577" y="1429834"/>
                      <a:pt x="1799924" y="1424661"/>
                    </a:cubicBezTo>
                    <a:cubicBezTo>
                      <a:pt x="1808999" y="1420124"/>
                      <a:pt x="1824602" y="1424273"/>
                      <a:pt x="1828800" y="1415036"/>
                    </a:cubicBezTo>
                    <a:cubicBezTo>
                      <a:pt x="1842340" y="1385249"/>
                      <a:pt x="1837704" y="1349824"/>
                      <a:pt x="1848051" y="1318783"/>
                    </a:cubicBezTo>
                    <a:lnTo>
                      <a:pt x="1867301" y="1261032"/>
                    </a:lnTo>
                    <a:cubicBezTo>
                      <a:pt x="1870509" y="1251407"/>
                      <a:pt x="1871298" y="1240598"/>
                      <a:pt x="1876926" y="1232156"/>
                    </a:cubicBezTo>
                    <a:lnTo>
                      <a:pt x="1896177" y="1203280"/>
                    </a:lnTo>
                    <a:cubicBezTo>
                      <a:pt x="1926253" y="1082973"/>
                      <a:pt x="1887821" y="1232523"/>
                      <a:pt x="1915427" y="1135903"/>
                    </a:cubicBezTo>
                    <a:cubicBezTo>
                      <a:pt x="1944521" y="1034078"/>
                      <a:pt x="1898558" y="1176890"/>
                      <a:pt x="1944303" y="1039651"/>
                    </a:cubicBezTo>
                    <a:cubicBezTo>
                      <a:pt x="1947511" y="1030026"/>
                      <a:pt x="1948300" y="1019217"/>
                      <a:pt x="1953928" y="1010775"/>
                    </a:cubicBezTo>
                    <a:lnTo>
                      <a:pt x="1973179" y="981899"/>
                    </a:lnTo>
                    <a:cubicBezTo>
                      <a:pt x="2005529" y="884847"/>
                      <a:pt x="1956168" y="1035394"/>
                      <a:pt x="1992430" y="914522"/>
                    </a:cubicBezTo>
                    <a:cubicBezTo>
                      <a:pt x="1998261" y="895086"/>
                      <a:pt x="2005263" y="876021"/>
                      <a:pt x="2011680" y="856771"/>
                    </a:cubicBezTo>
                    <a:cubicBezTo>
                      <a:pt x="2011682" y="856766"/>
                      <a:pt x="2030928" y="799023"/>
                      <a:pt x="2030931" y="799019"/>
                    </a:cubicBezTo>
                    <a:cubicBezTo>
                      <a:pt x="2061436" y="753260"/>
                      <a:pt x="2046524" y="781116"/>
                      <a:pt x="2069432" y="712392"/>
                    </a:cubicBezTo>
                    <a:cubicBezTo>
                      <a:pt x="2072640" y="702767"/>
                      <a:pt x="2077389" y="693524"/>
                      <a:pt x="2079057" y="683516"/>
                    </a:cubicBezTo>
                    <a:cubicBezTo>
                      <a:pt x="2092018" y="605745"/>
                      <a:pt x="2082510" y="644282"/>
                      <a:pt x="2107933" y="568013"/>
                    </a:cubicBezTo>
                    <a:lnTo>
                      <a:pt x="2136808" y="481385"/>
                    </a:lnTo>
                    <a:cubicBezTo>
                      <a:pt x="2140016" y="471760"/>
                      <a:pt x="2143973" y="462353"/>
                      <a:pt x="2146434" y="452510"/>
                    </a:cubicBezTo>
                    <a:cubicBezTo>
                      <a:pt x="2149642" y="439676"/>
                      <a:pt x="2152258" y="426680"/>
                      <a:pt x="2156059" y="414009"/>
                    </a:cubicBezTo>
                    <a:cubicBezTo>
                      <a:pt x="2161890" y="394573"/>
                      <a:pt x="2175310" y="356257"/>
                      <a:pt x="2175310" y="356257"/>
                    </a:cubicBezTo>
                    <a:cubicBezTo>
                      <a:pt x="2197897" y="220732"/>
                      <a:pt x="2182216" y="277786"/>
                      <a:pt x="2213811" y="183002"/>
                    </a:cubicBezTo>
                    <a:cubicBezTo>
                      <a:pt x="2213811" y="183001"/>
                      <a:pt x="2233060" y="125252"/>
                      <a:pt x="2233061" y="125251"/>
                    </a:cubicBezTo>
                    <a:lnTo>
                      <a:pt x="2252312" y="96375"/>
                    </a:lnTo>
                    <a:cubicBezTo>
                      <a:pt x="2272577" y="35579"/>
                      <a:pt x="2265145" y="3330"/>
                      <a:pt x="2271562" y="122"/>
                    </a:cubicBezTo>
                    <a:close/>
                  </a:path>
                </a:pathLst>
              </a:custGeom>
              <a:solidFill>
                <a:srgbClr val="F9B6B1"/>
              </a:solidFill>
              <a:ln>
                <a:solidFill>
                  <a:srgbClr val="F4726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Freeform: Shape 9">
                <a:extLst>
                  <a:ext uri="{FF2B5EF4-FFF2-40B4-BE49-F238E27FC236}">
                    <a16:creationId xmlns:a16="http://schemas.microsoft.com/office/drawing/2014/main" id="{8D4EF602-C9DD-4E33-9CDF-0B22E3E8E8A1}"/>
                  </a:ext>
                </a:extLst>
              </p:cNvPr>
              <p:cNvSpPr/>
              <p:nvPr/>
            </p:nvSpPr>
            <p:spPr>
              <a:xfrm>
                <a:off x="3357998" y="4962127"/>
                <a:ext cx="1848345" cy="1053662"/>
              </a:xfrm>
              <a:custGeom>
                <a:avLst/>
                <a:gdLst>
                  <a:gd name="connsiteX0" fmla="*/ 1810769 w 1848345"/>
                  <a:gd name="connsiteY0" fmla="*/ 14134 h 1053662"/>
                  <a:gd name="connsiteX1" fmla="*/ 1820394 w 1848345"/>
                  <a:gd name="connsiteY1" fmla="*/ 81510 h 1053662"/>
                  <a:gd name="connsiteX2" fmla="*/ 1839644 w 1848345"/>
                  <a:gd name="connsiteY2" fmla="*/ 139262 h 1053662"/>
                  <a:gd name="connsiteX3" fmla="*/ 1810769 w 1848345"/>
                  <a:gd name="connsiteY3" fmla="*/ 408769 h 1053662"/>
                  <a:gd name="connsiteX4" fmla="*/ 1781893 w 1848345"/>
                  <a:gd name="connsiteY4" fmla="*/ 428020 h 1053662"/>
                  <a:gd name="connsiteX5" fmla="*/ 1733766 w 1848345"/>
                  <a:gd name="connsiteY5" fmla="*/ 476146 h 1053662"/>
                  <a:gd name="connsiteX6" fmla="*/ 1685640 w 1848345"/>
                  <a:gd name="connsiteY6" fmla="*/ 514647 h 1053662"/>
                  <a:gd name="connsiteX7" fmla="*/ 1627889 w 1848345"/>
                  <a:gd name="connsiteY7" fmla="*/ 553148 h 1053662"/>
                  <a:gd name="connsiteX8" fmla="*/ 1396882 w 1848345"/>
                  <a:gd name="connsiteY8" fmla="*/ 582024 h 1053662"/>
                  <a:gd name="connsiteX9" fmla="*/ 1348756 w 1848345"/>
                  <a:gd name="connsiteY9" fmla="*/ 591649 h 1053662"/>
                  <a:gd name="connsiteX10" fmla="*/ 1271754 w 1848345"/>
                  <a:gd name="connsiteY10" fmla="*/ 601275 h 1053662"/>
                  <a:gd name="connsiteX11" fmla="*/ 1146625 w 1848345"/>
                  <a:gd name="connsiteY11" fmla="*/ 630150 h 1053662"/>
                  <a:gd name="connsiteX12" fmla="*/ 1050373 w 1848345"/>
                  <a:gd name="connsiteY12" fmla="*/ 659026 h 1053662"/>
                  <a:gd name="connsiteX13" fmla="*/ 1021497 w 1848345"/>
                  <a:gd name="connsiteY13" fmla="*/ 668651 h 1053662"/>
                  <a:gd name="connsiteX14" fmla="*/ 954120 w 1848345"/>
                  <a:gd name="connsiteY14" fmla="*/ 697527 h 1053662"/>
                  <a:gd name="connsiteX15" fmla="*/ 925244 w 1848345"/>
                  <a:gd name="connsiteY15" fmla="*/ 716778 h 1053662"/>
                  <a:gd name="connsiteX16" fmla="*/ 780865 w 1848345"/>
                  <a:gd name="connsiteY16" fmla="*/ 726403 h 1053662"/>
                  <a:gd name="connsiteX17" fmla="*/ 723114 w 1848345"/>
                  <a:gd name="connsiteY17" fmla="*/ 745654 h 1053662"/>
                  <a:gd name="connsiteX18" fmla="*/ 665362 w 1848345"/>
                  <a:gd name="connsiteY18" fmla="*/ 774529 h 1053662"/>
                  <a:gd name="connsiteX19" fmla="*/ 597985 w 1848345"/>
                  <a:gd name="connsiteY19" fmla="*/ 813030 h 1053662"/>
                  <a:gd name="connsiteX20" fmla="*/ 540234 w 1848345"/>
                  <a:gd name="connsiteY20" fmla="*/ 832281 h 1053662"/>
                  <a:gd name="connsiteX21" fmla="*/ 511358 w 1848345"/>
                  <a:gd name="connsiteY21" fmla="*/ 841906 h 1053662"/>
                  <a:gd name="connsiteX22" fmla="*/ 453606 w 1848345"/>
                  <a:gd name="connsiteY22" fmla="*/ 851531 h 1053662"/>
                  <a:gd name="connsiteX23" fmla="*/ 395855 w 1848345"/>
                  <a:gd name="connsiteY23" fmla="*/ 870782 h 1053662"/>
                  <a:gd name="connsiteX24" fmla="*/ 366979 w 1848345"/>
                  <a:gd name="connsiteY24" fmla="*/ 880407 h 1053662"/>
                  <a:gd name="connsiteX25" fmla="*/ 347729 w 1848345"/>
                  <a:gd name="connsiteY25" fmla="*/ 909283 h 1053662"/>
                  <a:gd name="connsiteX26" fmla="*/ 261101 w 1848345"/>
                  <a:gd name="connsiteY26" fmla="*/ 957409 h 1053662"/>
                  <a:gd name="connsiteX27" fmla="*/ 232225 w 1848345"/>
                  <a:gd name="connsiteY27" fmla="*/ 976660 h 1053662"/>
                  <a:gd name="connsiteX28" fmla="*/ 174474 w 1848345"/>
                  <a:gd name="connsiteY28" fmla="*/ 995910 h 1053662"/>
                  <a:gd name="connsiteX29" fmla="*/ 87846 w 1848345"/>
                  <a:gd name="connsiteY29" fmla="*/ 1034411 h 1053662"/>
                  <a:gd name="connsiteX30" fmla="*/ 58971 w 1848345"/>
                  <a:gd name="connsiteY30" fmla="*/ 1044037 h 1053662"/>
                  <a:gd name="connsiteX31" fmla="*/ 30095 w 1848345"/>
                  <a:gd name="connsiteY31" fmla="*/ 1053662 h 1053662"/>
                  <a:gd name="connsiteX32" fmla="*/ 1219 w 1848345"/>
                  <a:gd name="connsiteY32" fmla="*/ 1044037 h 1053662"/>
                  <a:gd name="connsiteX33" fmla="*/ 10844 w 1848345"/>
                  <a:gd name="connsiteY33" fmla="*/ 1015161 h 1053662"/>
                  <a:gd name="connsiteX34" fmla="*/ 78221 w 1848345"/>
                  <a:gd name="connsiteY34" fmla="*/ 928534 h 1053662"/>
                  <a:gd name="connsiteX35" fmla="*/ 135973 w 1848345"/>
                  <a:gd name="connsiteY35" fmla="*/ 890033 h 1053662"/>
                  <a:gd name="connsiteX36" fmla="*/ 164849 w 1848345"/>
                  <a:gd name="connsiteY36" fmla="*/ 870782 h 1053662"/>
                  <a:gd name="connsiteX37" fmla="*/ 212975 w 1848345"/>
                  <a:gd name="connsiteY37" fmla="*/ 822656 h 1053662"/>
                  <a:gd name="connsiteX38" fmla="*/ 241851 w 1848345"/>
                  <a:gd name="connsiteY38" fmla="*/ 793780 h 1053662"/>
                  <a:gd name="connsiteX39" fmla="*/ 328478 w 1848345"/>
                  <a:gd name="connsiteY39" fmla="*/ 745654 h 1053662"/>
                  <a:gd name="connsiteX40" fmla="*/ 347729 w 1848345"/>
                  <a:gd name="connsiteY40" fmla="*/ 716778 h 1053662"/>
                  <a:gd name="connsiteX41" fmla="*/ 376604 w 1848345"/>
                  <a:gd name="connsiteY41" fmla="*/ 707153 h 1053662"/>
                  <a:gd name="connsiteX42" fmla="*/ 434356 w 1848345"/>
                  <a:gd name="connsiteY42" fmla="*/ 678277 h 1053662"/>
                  <a:gd name="connsiteX43" fmla="*/ 463232 w 1848345"/>
                  <a:gd name="connsiteY43" fmla="*/ 659026 h 1053662"/>
                  <a:gd name="connsiteX44" fmla="*/ 492107 w 1848345"/>
                  <a:gd name="connsiteY44" fmla="*/ 649401 h 1053662"/>
                  <a:gd name="connsiteX45" fmla="*/ 549859 w 1848345"/>
                  <a:gd name="connsiteY45" fmla="*/ 610900 h 1053662"/>
                  <a:gd name="connsiteX46" fmla="*/ 578735 w 1848345"/>
                  <a:gd name="connsiteY46" fmla="*/ 591649 h 1053662"/>
                  <a:gd name="connsiteX47" fmla="*/ 636486 w 1848345"/>
                  <a:gd name="connsiteY47" fmla="*/ 572399 h 1053662"/>
                  <a:gd name="connsiteX48" fmla="*/ 665362 w 1848345"/>
                  <a:gd name="connsiteY48" fmla="*/ 562774 h 1053662"/>
                  <a:gd name="connsiteX49" fmla="*/ 723114 w 1848345"/>
                  <a:gd name="connsiteY49" fmla="*/ 524273 h 1053662"/>
                  <a:gd name="connsiteX50" fmla="*/ 751990 w 1848345"/>
                  <a:gd name="connsiteY50" fmla="*/ 514647 h 1053662"/>
                  <a:gd name="connsiteX51" fmla="*/ 809741 w 1848345"/>
                  <a:gd name="connsiteY51" fmla="*/ 476146 h 1053662"/>
                  <a:gd name="connsiteX52" fmla="*/ 838617 w 1848345"/>
                  <a:gd name="connsiteY52" fmla="*/ 456896 h 1053662"/>
                  <a:gd name="connsiteX53" fmla="*/ 915619 w 1848345"/>
                  <a:gd name="connsiteY53" fmla="*/ 447270 h 1053662"/>
                  <a:gd name="connsiteX54" fmla="*/ 973371 w 1848345"/>
                  <a:gd name="connsiteY54" fmla="*/ 428020 h 1053662"/>
                  <a:gd name="connsiteX55" fmla="*/ 1011872 w 1848345"/>
                  <a:gd name="connsiteY55" fmla="*/ 418395 h 1053662"/>
                  <a:gd name="connsiteX56" fmla="*/ 1059998 w 1848345"/>
                  <a:gd name="connsiteY56" fmla="*/ 408769 h 1053662"/>
                  <a:gd name="connsiteX57" fmla="*/ 1088874 w 1848345"/>
                  <a:gd name="connsiteY57" fmla="*/ 399144 h 1053662"/>
                  <a:gd name="connsiteX58" fmla="*/ 1165876 w 1848345"/>
                  <a:gd name="connsiteY58" fmla="*/ 379894 h 1053662"/>
                  <a:gd name="connsiteX59" fmla="*/ 1252503 w 1848345"/>
                  <a:gd name="connsiteY59" fmla="*/ 351018 h 1053662"/>
                  <a:gd name="connsiteX60" fmla="*/ 1281379 w 1848345"/>
                  <a:gd name="connsiteY60" fmla="*/ 341393 h 1053662"/>
                  <a:gd name="connsiteX61" fmla="*/ 1310255 w 1848345"/>
                  <a:gd name="connsiteY61" fmla="*/ 322142 h 1053662"/>
                  <a:gd name="connsiteX62" fmla="*/ 1377632 w 1848345"/>
                  <a:gd name="connsiteY62" fmla="*/ 302891 h 1053662"/>
                  <a:gd name="connsiteX63" fmla="*/ 1435383 w 1848345"/>
                  <a:gd name="connsiteY63" fmla="*/ 283641 h 1053662"/>
                  <a:gd name="connsiteX64" fmla="*/ 1493135 w 1848345"/>
                  <a:gd name="connsiteY64" fmla="*/ 245140 h 1053662"/>
                  <a:gd name="connsiteX65" fmla="*/ 1560512 w 1848345"/>
                  <a:gd name="connsiteY65" fmla="*/ 177763 h 1053662"/>
                  <a:gd name="connsiteX66" fmla="*/ 1579762 w 1848345"/>
                  <a:gd name="connsiteY66" fmla="*/ 148887 h 1053662"/>
                  <a:gd name="connsiteX67" fmla="*/ 1608638 w 1848345"/>
                  <a:gd name="connsiteY67" fmla="*/ 129637 h 1053662"/>
                  <a:gd name="connsiteX68" fmla="*/ 1676015 w 1848345"/>
                  <a:gd name="connsiteY68" fmla="*/ 62260 h 1053662"/>
                  <a:gd name="connsiteX69" fmla="*/ 1724141 w 1848345"/>
                  <a:gd name="connsiteY69" fmla="*/ 23759 h 1053662"/>
                  <a:gd name="connsiteX70" fmla="*/ 1810769 w 1848345"/>
                  <a:gd name="connsiteY70" fmla="*/ 14134 h 1053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1848345" h="1053662">
                    <a:moveTo>
                      <a:pt x="1810769" y="14134"/>
                    </a:moveTo>
                    <a:cubicBezTo>
                      <a:pt x="1826811" y="23759"/>
                      <a:pt x="1815293" y="59404"/>
                      <a:pt x="1820394" y="81510"/>
                    </a:cubicBezTo>
                    <a:cubicBezTo>
                      <a:pt x="1824957" y="101282"/>
                      <a:pt x="1839644" y="139262"/>
                      <a:pt x="1839644" y="139262"/>
                    </a:cubicBezTo>
                    <a:cubicBezTo>
                      <a:pt x="1838777" y="160937"/>
                      <a:pt x="1873219" y="346319"/>
                      <a:pt x="1810769" y="408769"/>
                    </a:cubicBezTo>
                    <a:cubicBezTo>
                      <a:pt x="1802589" y="416949"/>
                      <a:pt x="1791518" y="421603"/>
                      <a:pt x="1781893" y="428020"/>
                    </a:cubicBezTo>
                    <a:cubicBezTo>
                      <a:pt x="1730554" y="505027"/>
                      <a:pt x="1797938" y="411974"/>
                      <a:pt x="1733766" y="476146"/>
                    </a:cubicBezTo>
                    <a:cubicBezTo>
                      <a:pt x="1690228" y="519684"/>
                      <a:pt x="1741856" y="495909"/>
                      <a:pt x="1685640" y="514647"/>
                    </a:cubicBezTo>
                    <a:lnTo>
                      <a:pt x="1627889" y="553148"/>
                    </a:lnTo>
                    <a:cubicBezTo>
                      <a:pt x="1542888" y="609816"/>
                      <a:pt x="1610571" y="571849"/>
                      <a:pt x="1396882" y="582024"/>
                    </a:cubicBezTo>
                    <a:cubicBezTo>
                      <a:pt x="1380840" y="585232"/>
                      <a:pt x="1364925" y="589161"/>
                      <a:pt x="1348756" y="591649"/>
                    </a:cubicBezTo>
                    <a:cubicBezTo>
                      <a:pt x="1323190" y="595582"/>
                      <a:pt x="1297269" y="597022"/>
                      <a:pt x="1271754" y="601275"/>
                    </a:cubicBezTo>
                    <a:cubicBezTo>
                      <a:pt x="1118023" y="626897"/>
                      <a:pt x="1221280" y="608820"/>
                      <a:pt x="1146625" y="630150"/>
                    </a:cubicBezTo>
                    <a:cubicBezTo>
                      <a:pt x="1044800" y="659244"/>
                      <a:pt x="1187612" y="613281"/>
                      <a:pt x="1050373" y="659026"/>
                    </a:cubicBezTo>
                    <a:lnTo>
                      <a:pt x="1021497" y="668651"/>
                    </a:lnTo>
                    <a:cubicBezTo>
                      <a:pt x="949002" y="716982"/>
                      <a:pt x="1041137" y="660234"/>
                      <a:pt x="954120" y="697527"/>
                    </a:cubicBezTo>
                    <a:cubicBezTo>
                      <a:pt x="943487" y="702084"/>
                      <a:pt x="936655" y="714876"/>
                      <a:pt x="925244" y="716778"/>
                    </a:cubicBezTo>
                    <a:cubicBezTo>
                      <a:pt x="877667" y="724708"/>
                      <a:pt x="828991" y="723195"/>
                      <a:pt x="780865" y="726403"/>
                    </a:cubicBezTo>
                    <a:cubicBezTo>
                      <a:pt x="761615" y="732820"/>
                      <a:pt x="739998" y="734398"/>
                      <a:pt x="723114" y="745654"/>
                    </a:cubicBezTo>
                    <a:cubicBezTo>
                      <a:pt x="685796" y="770532"/>
                      <a:pt x="705212" y="761246"/>
                      <a:pt x="665362" y="774529"/>
                    </a:cubicBezTo>
                    <a:cubicBezTo>
                      <a:pt x="639313" y="791895"/>
                      <a:pt x="628518" y="800817"/>
                      <a:pt x="597985" y="813030"/>
                    </a:cubicBezTo>
                    <a:cubicBezTo>
                      <a:pt x="579145" y="820566"/>
                      <a:pt x="559484" y="825864"/>
                      <a:pt x="540234" y="832281"/>
                    </a:cubicBezTo>
                    <a:cubicBezTo>
                      <a:pt x="530609" y="835489"/>
                      <a:pt x="521366" y="840238"/>
                      <a:pt x="511358" y="841906"/>
                    </a:cubicBezTo>
                    <a:lnTo>
                      <a:pt x="453606" y="851531"/>
                    </a:lnTo>
                    <a:lnTo>
                      <a:pt x="395855" y="870782"/>
                    </a:lnTo>
                    <a:lnTo>
                      <a:pt x="366979" y="880407"/>
                    </a:lnTo>
                    <a:cubicBezTo>
                      <a:pt x="360562" y="890032"/>
                      <a:pt x="356435" y="901665"/>
                      <a:pt x="347729" y="909283"/>
                    </a:cubicBezTo>
                    <a:cubicBezTo>
                      <a:pt x="306995" y="944926"/>
                      <a:pt x="300761" y="944189"/>
                      <a:pt x="261101" y="957409"/>
                    </a:cubicBezTo>
                    <a:cubicBezTo>
                      <a:pt x="251476" y="963826"/>
                      <a:pt x="242796" y="971962"/>
                      <a:pt x="232225" y="976660"/>
                    </a:cubicBezTo>
                    <a:cubicBezTo>
                      <a:pt x="213682" y="984901"/>
                      <a:pt x="174474" y="995910"/>
                      <a:pt x="174474" y="995910"/>
                    </a:cubicBezTo>
                    <a:cubicBezTo>
                      <a:pt x="128712" y="1026418"/>
                      <a:pt x="156576" y="1011501"/>
                      <a:pt x="87846" y="1034411"/>
                    </a:cubicBezTo>
                    <a:lnTo>
                      <a:pt x="58971" y="1044037"/>
                    </a:lnTo>
                    <a:lnTo>
                      <a:pt x="30095" y="1053662"/>
                    </a:lnTo>
                    <a:cubicBezTo>
                      <a:pt x="20470" y="1050454"/>
                      <a:pt x="5757" y="1053112"/>
                      <a:pt x="1219" y="1044037"/>
                    </a:cubicBezTo>
                    <a:cubicBezTo>
                      <a:pt x="-3319" y="1034962"/>
                      <a:pt x="5917" y="1024030"/>
                      <a:pt x="10844" y="1015161"/>
                    </a:cubicBezTo>
                    <a:cubicBezTo>
                      <a:pt x="26668" y="986678"/>
                      <a:pt x="50769" y="949885"/>
                      <a:pt x="78221" y="928534"/>
                    </a:cubicBezTo>
                    <a:cubicBezTo>
                      <a:pt x="96484" y="914330"/>
                      <a:pt x="116722" y="902867"/>
                      <a:pt x="135973" y="890033"/>
                    </a:cubicBezTo>
                    <a:lnTo>
                      <a:pt x="164849" y="870782"/>
                    </a:lnTo>
                    <a:cubicBezTo>
                      <a:pt x="200141" y="817843"/>
                      <a:pt x="164849" y="862761"/>
                      <a:pt x="212975" y="822656"/>
                    </a:cubicBezTo>
                    <a:cubicBezTo>
                      <a:pt x="223432" y="813942"/>
                      <a:pt x="231106" y="802137"/>
                      <a:pt x="241851" y="793780"/>
                    </a:cubicBezTo>
                    <a:cubicBezTo>
                      <a:pt x="291496" y="755167"/>
                      <a:pt x="284910" y="760176"/>
                      <a:pt x="328478" y="745654"/>
                    </a:cubicBezTo>
                    <a:cubicBezTo>
                      <a:pt x="334895" y="736029"/>
                      <a:pt x="338696" y="724005"/>
                      <a:pt x="347729" y="716778"/>
                    </a:cubicBezTo>
                    <a:cubicBezTo>
                      <a:pt x="355651" y="710440"/>
                      <a:pt x="367529" y="711690"/>
                      <a:pt x="376604" y="707153"/>
                    </a:cubicBezTo>
                    <a:cubicBezTo>
                      <a:pt x="451236" y="669836"/>
                      <a:pt x="361779" y="702468"/>
                      <a:pt x="434356" y="678277"/>
                    </a:cubicBezTo>
                    <a:cubicBezTo>
                      <a:pt x="443981" y="671860"/>
                      <a:pt x="452885" y="664200"/>
                      <a:pt x="463232" y="659026"/>
                    </a:cubicBezTo>
                    <a:cubicBezTo>
                      <a:pt x="472307" y="654489"/>
                      <a:pt x="483238" y="654328"/>
                      <a:pt x="492107" y="649401"/>
                    </a:cubicBezTo>
                    <a:cubicBezTo>
                      <a:pt x="512332" y="638165"/>
                      <a:pt x="530608" y="623734"/>
                      <a:pt x="549859" y="610900"/>
                    </a:cubicBezTo>
                    <a:cubicBezTo>
                      <a:pt x="559484" y="604483"/>
                      <a:pt x="567760" y="595307"/>
                      <a:pt x="578735" y="591649"/>
                    </a:cubicBezTo>
                    <a:lnTo>
                      <a:pt x="636486" y="572399"/>
                    </a:lnTo>
                    <a:lnTo>
                      <a:pt x="665362" y="562774"/>
                    </a:lnTo>
                    <a:cubicBezTo>
                      <a:pt x="684613" y="549940"/>
                      <a:pt x="701165" y="531590"/>
                      <a:pt x="723114" y="524273"/>
                    </a:cubicBezTo>
                    <a:cubicBezTo>
                      <a:pt x="732739" y="521064"/>
                      <a:pt x="743121" y="519574"/>
                      <a:pt x="751990" y="514647"/>
                    </a:cubicBezTo>
                    <a:cubicBezTo>
                      <a:pt x="772214" y="503411"/>
                      <a:pt x="790491" y="488980"/>
                      <a:pt x="809741" y="476146"/>
                    </a:cubicBezTo>
                    <a:cubicBezTo>
                      <a:pt x="819366" y="469729"/>
                      <a:pt x="827138" y="458331"/>
                      <a:pt x="838617" y="456896"/>
                    </a:cubicBezTo>
                    <a:lnTo>
                      <a:pt x="915619" y="447270"/>
                    </a:lnTo>
                    <a:cubicBezTo>
                      <a:pt x="934870" y="440853"/>
                      <a:pt x="953685" y="432941"/>
                      <a:pt x="973371" y="428020"/>
                    </a:cubicBezTo>
                    <a:cubicBezTo>
                      <a:pt x="986205" y="424812"/>
                      <a:pt x="998958" y="421265"/>
                      <a:pt x="1011872" y="418395"/>
                    </a:cubicBezTo>
                    <a:cubicBezTo>
                      <a:pt x="1027842" y="414846"/>
                      <a:pt x="1044127" y="412737"/>
                      <a:pt x="1059998" y="408769"/>
                    </a:cubicBezTo>
                    <a:cubicBezTo>
                      <a:pt x="1069841" y="406308"/>
                      <a:pt x="1079086" y="401814"/>
                      <a:pt x="1088874" y="399144"/>
                    </a:cubicBezTo>
                    <a:cubicBezTo>
                      <a:pt x="1114399" y="392183"/>
                      <a:pt x="1140777" y="388261"/>
                      <a:pt x="1165876" y="379894"/>
                    </a:cubicBezTo>
                    <a:lnTo>
                      <a:pt x="1252503" y="351018"/>
                    </a:lnTo>
                    <a:lnTo>
                      <a:pt x="1281379" y="341393"/>
                    </a:lnTo>
                    <a:cubicBezTo>
                      <a:pt x="1291004" y="334976"/>
                      <a:pt x="1299908" y="327315"/>
                      <a:pt x="1310255" y="322142"/>
                    </a:cubicBezTo>
                    <a:cubicBezTo>
                      <a:pt x="1326423" y="314058"/>
                      <a:pt x="1362220" y="307515"/>
                      <a:pt x="1377632" y="302891"/>
                    </a:cubicBezTo>
                    <a:cubicBezTo>
                      <a:pt x="1397068" y="297060"/>
                      <a:pt x="1435383" y="283641"/>
                      <a:pt x="1435383" y="283641"/>
                    </a:cubicBezTo>
                    <a:cubicBezTo>
                      <a:pt x="1454634" y="270807"/>
                      <a:pt x="1480301" y="264391"/>
                      <a:pt x="1493135" y="245140"/>
                    </a:cubicBezTo>
                    <a:cubicBezTo>
                      <a:pt x="1537264" y="178946"/>
                      <a:pt x="1509687" y="194704"/>
                      <a:pt x="1560512" y="177763"/>
                    </a:cubicBezTo>
                    <a:cubicBezTo>
                      <a:pt x="1566929" y="168138"/>
                      <a:pt x="1571582" y="157067"/>
                      <a:pt x="1579762" y="148887"/>
                    </a:cubicBezTo>
                    <a:cubicBezTo>
                      <a:pt x="1587942" y="140707"/>
                      <a:pt x="1601020" y="138343"/>
                      <a:pt x="1608638" y="129637"/>
                    </a:cubicBezTo>
                    <a:cubicBezTo>
                      <a:pt x="1672236" y="56953"/>
                      <a:pt x="1616652" y="82047"/>
                      <a:pt x="1676015" y="62260"/>
                    </a:cubicBezTo>
                    <a:cubicBezTo>
                      <a:pt x="1711583" y="8906"/>
                      <a:pt x="1674914" y="51107"/>
                      <a:pt x="1724141" y="23759"/>
                    </a:cubicBezTo>
                    <a:cubicBezTo>
                      <a:pt x="1796647" y="-16522"/>
                      <a:pt x="1794727" y="4509"/>
                      <a:pt x="1810769" y="14134"/>
                    </a:cubicBezTo>
                    <a:close/>
                  </a:path>
                </a:pathLst>
              </a:custGeom>
              <a:solidFill>
                <a:srgbClr val="F47268"/>
              </a:solidFill>
              <a:ln>
                <a:solidFill>
                  <a:srgbClr val="F4726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Freeform: Shape 10">
                <a:extLst>
                  <a:ext uri="{FF2B5EF4-FFF2-40B4-BE49-F238E27FC236}">
                    <a16:creationId xmlns:a16="http://schemas.microsoft.com/office/drawing/2014/main" id="{56F3F35D-17E6-4D81-9FC1-FDD0D3F724E1}"/>
                  </a:ext>
                </a:extLst>
              </p:cNvPr>
              <p:cNvSpPr/>
              <p:nvPr/>
            </p:nvSpPr>
            <p:spPr>
              <a:xfrm>
                <a:off x="5823354" y="5312490"/>
                <a:ext cx="1924983" cy="414541"/>
              </a:xfrm>
              <a:custGeom>
                <a:avLst/>
                <a:gdLst>
                  <a:gd name="connsiteX0" fmla="*/ 9556 w 1924983"/>
                  <a:gd name="connsiteY0" fmla="*/ 19905 h 414541"/>
                  <a:gd name="connsiteX1" fmla="*/ 38431 w 1924983"/>
                  <a:gd name="connsiteY1" fmla="*/ 68032 h 414541"/>
                  <a:gd name="connsiteX2" fmla="*/ 153935 w 1924983"/>
                  <a:gd name="connsiteY2" fmla="*/ 125783 h 414541"/>
                  <a:gd name="connsiteX3" fmla="*/ 230937 w 1924983"/>
                  <a:gd name="connsiteY3" fmla="*/ 145034 h 414541"/>
                  <a:gd name="connsiteX4" fmla="*/ 259813 w 1924983"/>
                  <a:gd name="connsiteY4" fmla="*/ 164284 h 414541"/>
                  <a:gd name="connsiteX5" fmla="*/ 307939 w 1924983"/>
                  <a:gd name="connsiteY5" fmla="*/ 212411 h 414541"/>
                  <a:gd name="connsiteX6" fmla="*/ 404191 w 1924983"/>
                  <a:gd name="connsiteY6" fmla="*/ 222036 h 414541"/>
                  <a:gd name="connsiteX7" fmla="*/ 1068335 w 1924983"/>
                  <a:gd name="connsiteY7" fmla="*/ 231661 h 414541"/>
                  <a:gd name="connsiteX8" fmla="*/ 1135711 w 1924983"/>
                  <a:gd name="connsiteY8" fmla="*/ 250912 h 414541"/>
                  <a:gd name="connsiteX9" fmla="*/ 1241589 w 1924983"/>
                  <a:gd name="connsiteY9" fmla="*/ 270162 h 414541"/>
                  <a:gd name="connsiteX10" fmla="*/ 1270465 w 1924983"/>
                  <a:gd name="connsiteY10" fmla="*/ 289413 h 414541"/>
                  <a:gd name="connsiteX11" fmla="*/ 1308966 w 1924983"/>
                  <a:gd name="connsiteY11" fmla="*/ 299038 h 414541"/>
                  <a:gd name="connsiteX12" fmla="*/ 1337842 w 1924983"/>
                  <a:gd name="connsiteY12" fmla="*/ 308663 h 414541"/>
                  <a:gd name="connsiteX13" fmla="*/ 1405219 w 1924983"/>
                  <a:gd name="connsiteY13" fmla="*/ 337539 h 414541"/>
                  <a:gd name="connsiteX14" fmla="*/ 1462970 w 1924983"/>
                  <a:gd name="connsiteY14" fmla="*/ 356790 h 414541"/>
                  <a:gd name="connsiteX15" fmla="*/ 1780604 w 1924983"/>
                  <a:gd name="connsiteY15" fmla="*/ 376040 h 414541"/>
                  <a:gd name="connsiteX16" fmla="*/ 1896107 w 1924983"/>
                  <a:gd name="connsiteY16" fmla="*/ 404916 h 414541"/>
                  <a:gd name="connsiteX17" fmla="*/ 1924983 w 1924983"/>
                  <a:gd name="connsiteY17" fmla="*/ 414541 h 414541"/>
                  <a:gd name="connsiteX18" fmla="*/ 1915358 w 1924983"/>
                  <a:gd name="connsiteY18" fmla="*/ 385665 h 414541"/>
                  <a:gd name="connsiteX19" fmla="*/ 1886482 w 1924983"/>
                  <a:gd name="connsiteY19" fmla="*/ 376040 h 414541"/>
                  <a:gd name="connsiteX20" fmla="*/ 1857606 w 1924983"/>
                  <a:gd name="connsiteY20" fmla="*/ 356790 h 414541"/>
                  <a:gd name="connsiteX21" fmla="*/ 1799855 w 1924983"/>
                  <a:gd name="connsiteY21" fmla="*/ 337539 h 414541"/>
                  <a:gd name="connsiteX22" fmla="*/ 1770979 w 1924983"/>
                  <a:gd name="connsiteY22" fmla="*/ 318288 h 414541"/>
                  <a:gd name="connsiteX23" fmla="*/ 1645850 w 1924983"/>
                  <a:gd name="connsiteY23" fmla="*/ 289413 h 414541"/>
                  <a:gd name="connsiteX24" fmla="*/ 1520722 w 1924983"/>
                  <a:gd name="connsiteY24" fmla="*/ 279787 h 414541"/>
                  <a:gd name="connsiteX25" fmla="*/ 1482221 w 1924983"/>
                  <a:gd name="connsiteY25" fmla="*/ 270162 h 414541"/>
                  <a:gd name="connsiteX26" fmla="*/ 1414844 w 1924983"/>
                  <a:gd name="connsiteY26" fmla="*/ 193160 h 414541"/>
                  <a:gd name="connsiteX27" fmla="*/ 1251215 w 1924983"/>
                  <a:gd name="connsiteY27" fmla="*/ 164284 h 414541"/>
                  <a:gd name="connsiteX28" fmla="*/ 1106836 w 1924983"/>
                  <a:gd name="connsiteY28" fmla="*/ 116158 h 414541"/>
                  <a:gd name="connsiteX29" fmla="*/ 1049084 w 1924983"/>
                  <a:gd name="connsiteY29" fmla="*/ 96907 h 414541"/>
                  <a:gd name="connsiteX30" fmla="*/ 1020208 w 1924983"/>
                  <a:gd name="connsiteY30" fmla="*/ 77657 h 414541"/>
                  <a:gd name="connsiteX31" fmla="*/ 914330 w 1924983"/>
                  <a:gd name="connsiteY31" fmla="*/ 58406 h 414541"/>
                  <a:gd name="connsiteX32" fmla="*/ 827703 w 1924983"/>
                  <a:gd name="connsiteY32" fmla="*/ 29531 h 414541"/>
                  <a:gd name="connsiteX33" fmla="*/ 798827 w 1924983"/>
                  <a:gd name="connsiteY33" fmla="*/ 19905 h 414541"/>
                  <a:gd name="connsiteX34" fmla="*/ 702575 w 1924983"/>
                  <a:gd name="connsiteY34" fmla="*/ 29531 h 414541"/>
                  <a:gd name="connsiteX35" fmla="*/ 673699 w 1924983"/>
                  <a:gd name="connsiteY35" fmla="*/ 39156 h 414541"/>
                  <a:gd name="connsiteX36" fmla="*/ 635198 w 1924983"/>
                  <a:gd name="connsiteY36" fmla="*/ 48781 h 414541"/>
                  <a:gd name="connsiteX37" fmla="*/ 577446 w 1924983"/>
                  <a:gd name="connsiteY37" fmla="*/ 68032 h 414541"/>
                  <a:gd name="connsiteX38" fmla="*/ 548570 w 1924983"/>
                  <a:gd name="connsiteY38" fmla="*/ 77657 h 414541"/>
                  <a:gd name="connsiteX39" fmla="*/ 394566 w 1924983"/>
                  <a:gd name="connsiteY39" fmla="*/ 87282 h 414541"/>
                  <a:gd name="connsiteX40" fmla="*/ 240562 w 1924983"/>
                  <a:gd name="connsiteY40" fmla="*/ 58406 h 414541"/>
                  <a:gd name="connsiteX41" fmla="*/ 211686 w 1924983"/>
                  <a:gd name="connsiteY41" fmla="*/ 39156 h 414541"/>
                  <a:gd name="connsiteX42" fmla="*/ 9556 w 1924983"/>
                  <a:gd name="connsiteY42" fmla="*/ 19905 h 414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1924983" h="414541">
                    <a:moveTo>
                      <a:pt x="9556" y="19905"/>
                    </a:moveTo>
                    <a:cubicBezTo>
                      <a:pt x="-19320" y="24718"/>
                      <a:pt x="25202" y="54803"/>
                      <a:pt x="38431" y="68032"/>
                    </a:cubicBezTo>
                    <a:cubicBezTo>
                      <a:pt x="69799" y="99400"/>
                      <a:pt x="112182" y="115345"/>
                      <a:pt x="153935" y="125783"/>
                    </a:cubicBezTo>
                    <a:lnTo>
                      <a:pt x="230937" y="145034"/>
                    </a:lnTo>
                    <a:cubicBezTo>
                      <a:pt x="240562" y="151451"/>
                      <a:pt x="251633" y="156104"/>
                      <a:pt x="259813" y="164284"/>
                    </a:cubicBezTo>
                    <a:cubicBezTo>
                      <a:pt x="280347" y="184818"/>
                      <a:pt x="274570" y="204710"/>
                      <a:pt x="307939" y="212411"/>
                    </a:cubicBezTo>
                    <a:cubicBezTo>
                      <a:pt x="339357" y="219661"/>
                      <a:pt x="371957" y="221220"/>
                      <a:pt x="404191" y="222036"/>
                    </a:cubicBezTo>
                    <a:cubicBezTo>
                      <a:pt x="625525" y="227639"/>
                      <a:pt x="846954" y="228453"/>
                      <a:pt x="1068335" y="231661"/>
                    </a:cubicBezTo>
                    <a:cubicBezTo>
                      <a:pt x="1093071" y="239906"/>
                      <a:pt x="1109127" y="246079"/>
                      <a:pt x="1135711" y="250912"/>
                    </a:cubicBezTo>
                    <a:cubicBezTo>
                      <a:pt x="1262185" y="273908"/>
                      <a:pt x="1154255" y="248329"/>
                      <a:pt x="1241589" y="270162"/>
                    </a:cubicBezTo>
                    <a:cubicBezTo>
                      <a:pt x="1251214" y="276579"/>
                      <a:pt x="1259832" y="284856"/>
                      <a:pt x="1270465" y="289413"/>
                    </a:cubicBezTo>
                    <a:cubicBezTo>
                      <a:pt x="1282624" y="294624"/>
                      <a:pt x="1296246" y="295404"/>
                      <a:pt x="1308966" y="299038"/>
                    </a:cubicBezTo>
                    <a:cubicBezTo>
                      <a:pt x="1318722" y="301825"/>
                      <a:pt x="1328217" y="305455"/>
                      <a:pt x="1337842" y="308663"/>
                    </a:cubicBezTo>
                    <a:cubicBezTo>
                      <a:pt x="1383655" y="339206"/>
                      <a:pt x="1348713" y="320587"/>
                      <a:pt x="1405219" y="337539"/>
                    </a:cubicBezTo>
                    <a:cubicBezTo>
                      <a:pt x="1424655" y="343370"/>
                      <a:pt x="1443720" y="350373"/>
                      <a:pt x="1462970" y="356790"/>
                    </a:cubicBezTo>
                    <a:cubicBezTo>
                      <a:pt x="1583204" y="396869"/>
                      <a:pt x="1481764" y="366079"/>
                      <a:pt x="1780604" y="376040"/>
                    </a:cubicBezTo>
                    <a:cubicBezTo>
                      <a:pt x="1858375" y="389001"/>
                      <a:pt x="1819838" y="379493"/>
                      <a:pt x="1896107" y="404916"/>
                    </a:cubicBezTo>
                    <a:lnTo>
                      <a:pt x="1924983" y="414541"/>
                    </a:lnTo>
                    <a:cubicBezTo>
                      <a:pt x="1921775" y="404916"/>
                      <a:pt x="1922532" y="392839"/>
                      <a:pt x="1915358" y="385665"/>
                    </a:cubicBezTo>
                    <a:cubicBezTo>
                      <a:pt x="1908184" y="378491"/>
                      <a:pt x="1895557" y="380577"/>
                      <a:pt x="1886482" y="376040"/>
                    </a:cubicBezTo>
                    <a:cubicBezTo>
                      <a:pt x="1876135" y="370867"/>
                      <a:pt x="1868177" y="361488"/>
                      <a:pt x="1857606" y="356790"/>
                    </a:cubicBezTo>
                    <a:cubicBezTo>
                      <a:pt x="1839063" y="348549"/>
                      <a:pt x="1799855" y="337539"/>
                      <a:pt x="1799855" y="337539"/>
                    </a:cubicBezTo>
                    <a:cubicBezTo>
                      <a:pt x="1790230" y="331122"/>
                      <a:pt x="1781550" y="322986"/>
                      <a:pt x="1770979" y="318288"/>
                    </a:cubicBezTo>
                    <a:cubicBezTo>
                      <a:pt x="1727011" y="298747"/>
                      <a:pt x="1693840" y="294212"/>
                      <a:pt x="1645850" y="289413"/>
                    </a:cubicBezTo>
                    <a:cubicBezTo>
                      <a:pt x="1604225" y="285250"/>
                      <a:pt x="1562431" y="282996"/>
                      <a:pt x="1520722" y="279787"/>
                    </a:cubicBezTo>
                    <a:cubicBezTo>
                      <a:pt x="1507888" y="276579"/>
                      <a:pt x="1492177" y="278873"/>
                      <a:pt x="1482221" y="270162"/>
                    </a:cubicBezTo>
                    <a:cubicBezTo>
                      <a:pt x="1421780" y="217276"/>
                      <a:pt x="1470732" y="217999"/>
                      <a:pt x="1414844" y="193160"/>
                    </a:cubicBezTo>
                    <a:cubicBezTo>
                      <a:pt x="1352192" y="165315"/>
                      <a:pt x="1327145" y="171187"/>
                      <a:pt x="1251215" y="164284"/>
                    </a:cubicBezTo>
                    <a:lnTo>
                      <a:pt x="1106836" y="116158"/>
                    </a:lnTo>
                    <a:cubicBezTo>
                      <a:pt x="1106831" y="116156"/>
                      <a:pt x="1049088" y="96910"/>
                      <a:pt x="1049084" y="96907"/>
                    </a:cubicBezTo>
                    <a:cubicBezTo>
                      <a:pt x="1039459" y="90490"/>
                      <a:pt x="1030555" y="82830"/>
                      <a:pt x="1020208" y="77657"/>
                    </a:cubicBezTo>
                    <a:cubicBezTo>
                      <a:pt x="990533" y="62820"/>
                      <a:pt x="940873" y="61724"/>
                      <a:pt x="914330" y="58406"/>
                    </a:cubicBezTo>
                    <a:lnTo>
                      <a:pt x="827703" y="29531"/>
                    </a:lnTo>
                    <a:lnTo>
                      <a:pt x="798827" y="19905"/>
                    </a:lnTo>
                    <a:cubicBezTo>
                      <a:pt x="766743" y="23114"/>
                      <a:pt x="734444" y="24628"/>
                      <a:pt x="702575" y="29531"/>
                    </a:cubicBezTo>
                    <a:cubicBezTo>
                      <a:pt x="692547" y="31074"/>
                      <a:pt x="683455" y="36369"/>
                      <a:pt x="673699" y="39156"/>
                    </a:cubicBezTo>
                    <a:cubicBezTo>
                      <a:pt x="660979" y="42790"/>
                      <a:pt x="647869" y="44980"/>
                      <a:pt x="635198" y="48781"/>
                    </a:cubicBezTo>
                    <a:cubicBezTo>
                      <a:pt x="615762" y="54612"/>
                      <a:pt x="596697" y="61615"/>
                      <a:pt x="577446" y="68032"/>
                    </a:cubicBezTo>
                    <a:cubicBezTo>
                      <a:pt x="567821" y="71240"/>
                      <a:pt x="558696" y="77024"/>
                      <a:pt x="548570" y="77657"/>
                    </a:cubicBezTo>
                    <a:lnTo>
                      <a:pt x="394566" y="87282"/>
                    </a:lnTo>
                    <a:cubicBezTo>
                      <a:pt x="360692" y="83895"/>
                      <a:pt x="276940" y="82657"/>
                      <a:pt x="240562" y="58406"/>
                    </a:cubicBezTo>
                    <a:lnTo>
                      <a:pt x="211686" y="39156"/>
                    </a:lnTo>
                    <a:cubicBezTo>
                      <a:pt x="163961" y="-32434"/>
                      <a:pt x="38432" y="15092"/>
                      <a:pt x="9556" y="19905"/>
                    </a:cubicBezTo>
                    <a:close/>
                  </a:path>
                </a:pathLst>
              </a:custGeom>
              <a:solidFill>
                <a:srgbClr val="F47268"/>
              </a:solidFill>
              <a:ln>
                <a:solidFill>
                  <a:srgbClr val="F4726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3471890-C624-481E-906F-F699E346BEBE}"/>
                </a:ext>
              </a:extLst>
            </p:cNvPr>
            <p:cNvSpPr/>
            <p:nvPr/>
          </p:nvSpPr>
          <p:spPr>
            <a:xfrm>
              <a:off x="1292874" y="1048098"/>
              <a:ext cx="1412910" cy="29122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Measured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B557AE0-1F56-46C0-A273-A3176E3E63F0}"/>
                </a:ext>
              </a:extLst>
            </p:cNvPr>
            <p:cNvSpPr/>
            <p:nvPr/>
          </p:nvSpPr>
          <p:spPr>
            <a:xfrm>
              <a:off x="1463129" y="1341542"/>
              <a:ext cx="1119792" cy="853627"/>
            </a:xfrm>
            <a:prstGeom prst="rect">
              <a:avLst/>
            </a:prstGeom>
            <a:solidFill>
              <a:srgbClr val="000000">
                <a:alpha val="6500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u="sng" dirty="0">
                  <a:latin typeface="Arial" panose="020B0604020202020204" pitchFamily="34" charset="0"/>
                  <a:cs typeface="Arial" panose="020B0604020202020204" pitchFamily="34" charset="0"/>
                </a:rPr>
                <a:t>Rates</a:t>
              </a:r>
            </a:p>
            <a:p>
              <a:pPr algn="ctr"/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Division</a:t>
              </a:r>
            </a:p>
            <a:p>
              <a:pPr algn="ctr"/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Quiescence</a:t>
              </a:r>
            </a:p>
            <a:p>
              <a:pPr algn="ctr"/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Apoptosis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5325957" y="1637447"/>
            <a:ext cx="1418422" cy="1601866"/>
            <a:chOff x="1292874" y="1048098"/>
            <a:chExt cx="1418422" cy="1601866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C46A4D9-9390-4CB1-99C5-C1AD3EC21E9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339002" y="1093003"/>
              <a:ext cx="1372294" cy="1556961"/>
              <a:chOff x="2886933" y="-175928"/>
              <a:chExt cx="5487045" cy="6225425"/>
            </a:xfrm>
          </p:grpSpPr>
          <p:sp>
            <p:nvSpPr>
              <p:cNvPr id="39" name="Freeform: Shape 12">
                <a:extLst>
                  <a:ext uri="{FF2B5EF4-FFF2-40B4-BE49-F238E27FC236}">
                    <a16:creationId xmlns:a16="http://schemas.microsoft.com/office/drawing/2014/main" id="{E30E7DAF-0EF5-4DB1-A22B-1E178C9A9F35}"/>
                  </a:ext>
                </a:extLst>
              </p:cNvPr>
              <p:cNvSpPr/>
              <p:nvPr/>
            </p:nvSpPr>
            <p:spPr>
              <a:xfrm>
                <a:off x="4127039" y="-175928"/>
                <a:ext cx="2341026" cy="4079441"/>
              </a:xfrm>
              <a:custGeom>
                <a:avLst/>
                <a:gdLst>
                  <a:gd name="connsiteX0" fmla="*/ 1003274 w 2305915"/>
                  <a:gd name="connsiteY0" fmla="*/ 108551 h 4079441"/>
                  <a:gd name="connsiteX1" fmla="*/ 1099526 w 2305915"/>
                  <a:gd name="connsiteY1" fmla="*/ 320307 h 4079441"/>
                  <a:gd name="connsiteX2" fmla="*/ 1147653 w 2305915"/>
                  <a:gd name="connsiteY2" fmla="*/ 2803625 h 4079441"/>
                  <a:gd name="connsiteX3" fmla="*/ 1118777 w 2305915"/>
                  <a:gd name="connsiteY3" fmla="*/ 3053882 h 4079441"/>
                  <a:gd name="connsiteX4" fmla="*/ 984023 w 2305915"/>
                  <a:gd name="connsiteY4" fmla="*/ 3207886 h 4079441"/>
                  <a:gd name="connsiteX5" fmla="*/ 762642 w 2305915"/>
                  <a:gd name="connsiteY5" fmla="*/ 3361890 h 4079441"/>
                  <a:gd name="connsiteX6" fmla="*/ 2246 w 2305915"/>
                  <a:gd name="connsiteY6" fmla="*/ 4074160 h 4079441"/>
                  <a:gd name="connsiteX7" fmla="*/ 1032150 w 2305915"/>
                  <a:gd name="connsiteY7" fmla="*/ 3669899 h 4079441"/>
                  <a:gd name="connsiteX8" fmla="*/ 1292032 w 2305915"/>
                  <a:gd name="connsiteY8" fmla="*/ 3361890 h 4079441"/>
                  <a:gd name="connsiteX9" fmla="*/ 1292032 w 2305915"/>
                  <a:gd name="connsiteY9" fmla="*/ 3361890 h 4079441"/>
                  <a:gd name="connsiteX10" fmla="*/ 1446036 w 2305915"/>
                  <a:gd name="connsiteY10" fmla="*/ 3342640 h 4079441"/>
                  <a:gd name="connsiteX11" fmla="*/ 1609665 w 2305915"/>
                  <a:gd name="connsiteY11" fmla="*/ 3438892 h 4079441"/>
                  <a:gd name="connsiteX12" fmla="*/ 2302684 w 2305915"/>
                  <a:gd name="connsiteY12" fmla="*/ 3795027 h 4079441"/>
                  <a:gd name="connsiteX13" fmla="*/ 1859922 w 2305915"/>
                  <a:gd name="connsiteY13" fmla="*/ 3111633 h 4079441"/>
                  <a:gd name="connsiteX14" fmla="*/ 1638541 w 2305915"/>
                  <a:gd name="connsiteY14" fmla="*/ 3025006 h 4079441"/>
                  <a:gd name="connsiteX15" fmla="*/ 1551914 w 2305915"/>
                  <a:gd name="connsiteY15" fmla="*/ 2899877 h 4079441"/>
                  <a:gd name="connsiteX16" fmla="*/ 1551914 w 2305915"/>
                  <a:gd name="connsiteY16" fmla="*/ 310682 h 4079441"/>
                  <a:gd name="connsiteX17" fmla="*/ 1677042 w 2305915"/>
                  <a:gd name="connsiteY17" fmla="*/ 89301 h 4079441"/>
                  <a:gd name="connsiteX0" fmla="*/ 1003228 w 2305869"/>
                  <a:gd name="connsiteY0" fmla="*/ 108551 h 4079441"/>
                  <a:gd name="connsiteX1" fmla="*/ 1099480 w 2305869"/>
                  <a:gd name="connsiteY1" fmla="*/ 320307 h 4079441"/>
                  <a:gd name="connsiteX2" fmla="*/ 1147607 w 2305869"/>
                  <a:gd name="connsiteY2" fmla="*/ 2803625 h 4079441"/>
                  <a:gd name="connsiteX3" fmla="*/ 1118731 w 2305869"/>
                  <a:gd name="connsiteY3" fmla="*/ 3053882 h 4079441"/>
                  <a:gd name="connsiteX4" fmla="*/ 897349 w 2305869"/>
                  <a:gd name="connsiteY4" fmla="*/ 3275263 h 4079441"/>
                  <a:gd name="connsiteX5" fmla="*/ 762596 w 2305869"/>
                  <a:gd name="connsiteY5" fmla="*/ 3361890 h 4079441"/>
                  <a:gd name="connsiteX6" fmla="*/ 2200 w 2305869"/>
                  <a:gd name="connsiteY6" fmla="*/ 4074160 h 4079441"/>
                  <a:gd name="connsiteX7" fmla="*/ 1032104 w 2305869"/>
                  <a:gd name="connsiteY7" fmla="*/ 3669899 h 4079441"/>
                  <a:gd name="connsiteX8" fmla="*/ 1291986 w 2305869"/>
                  <a:gd name="connsiteY8" fmla="*/ 3361890 h 4079441"/>
                  <a:gd name="connsiteX9" fmla="*/ 1291986 w 2305869"/>
                  <a:gd name="connsiteY9" fmla="*/ 3361890 h 4079441"/>
                  <a:gd name="connsiteX10" fmla="*/ 1445990 w 2305869"/>
                  <a:gd name="connsiteY10" fmla="*/ 3342640 h 4079441"/>
                  <a:gd name="connsiteX11" fmla="*/ 1609619 w 2305869"/>
                  <a:gd name="connsiteY11" fmla="*/ 3438892 h 4079441"/>
                  <a:gd name="connsiteX12" fmla="*/ 2302638 w 2305869"/>
                  <a:gd name="connsiteY12" fmla="*/ 3795027 h 4079441"/>
                  <a:gd name="connsiteX13" fmla="*/ 1859876 w 2305869"/>
                  <a:gd name="connsiteY13" fmla="*/ 3111633 h 4079441"/>
                  <a:gd name="connsiteX14" fmla="*/ 1638495 w 2305869"/>
                  <a:gd name="connsiteY14" fmla="*/ 3025006 h 4079441"/>
                  <a:gd name="connsiteX15" fmla="*/ 1551868 w 2305869"/>
                  <a:gd name="connsiteY15" fmla="*/ 2899877 h 4079441"/>
                  <a:gd name="connsiteX16" fmla="*/ 1551868 w 2305869"/>
                  <a:gd name="connsiteY16" fmla="*/ 310682 h 4079441"/>
                  <a:gd name="connsiteX17" fmla="*/ 1676996 w 2305869"/>
                  <a:gd name="connsiteY17" fmla="*/ 89301 h 4079441"/>
                  <a:gd name="connsiteX0" fmla="*/ 1003228 w 2305869"/>
                  <a:gd name="connsiteY0" fmla="*/ 108551 h 4079441"/>
                  <a:gd name="connsiteX1" fmla="*/ 1099480 w 2305869"/>
                  <a:gd name="connsiteY1" fmla="*/ 320307 h 4079441"/>
                  <a:gd name="connsiteX2" fmla="*/ 1147607 w 2305869"/>
                  <a:gd name="connsiteY2" fmla="*/ 2803625 h 4079441"/>
                  <a:gd name="connsiteX3" fmla="*/ 1118731 w 2305869"/>
                  <a:gd name="connsiteY3" fmla="*/ 3082757 h 4079441"/>
                  <a:gd name="connsiteX4" fmla="*/ 897349 w 2305869"/>
                  <a:gd name="connsiteY4" fmla="*/ 3275263 h 4079441"/>
                  <a:gd name="connsiteX5" fmla="*/ 762596 w 2305869"/>
                  <a:gd name="connsiteY5" fmla="*/ 3361890 h 4079441"/>
                  <a:gd name="connsiteX6" fmla="*/ 2200 w 2305869"/>
                  <a:gd name="connsiteY6" fmla="*/ 4074160 h 4079441"/>
                  <a:gd name="connsiteX7" fmla="*/ 1032104 w 2305869"/>
                  <a:gd name="connsiteY7" fmla="*/ 3669899 h 4079441"/>
                  <a:gd name="connsiteX8" fmla="*/ 1291986 w 2305869"/>
                  <a:gd name="connsiteY8" fmla="*/ 3361890 h 4079441"/>
                  <a:gd name="connsiteX9" fmla="*/ 1291986 w 2305869"/>
                  <a:gd name="connsiteY9" fmla="*/ 3361890 h 4079441"/>
                  <a:gd name="connsiteX10" fmla="*/ 1445990 w 2305869"/>
                  <a:gd name="connsiteY10" fmla="*/ 3342640 h 4079441"/>
                  <a:gd name="connsiteX11" fmla="*/ 1609619 w 2305869"/>
                  <a:gd name="connsiteY11" fmla="*/ 3438892 h 4079441"/>
                  <a:gd name="connsiteX12" fmla="*/ 2302638 w 2305869"/>
                  <a:gd name="connsiteY12" fmla="*/ 3795027 h 4079441"/>
                  <a:gd name="connsiteX13" fmla="*/ 1859876 w 2305869"/>
                  <a:gd name="connsiteY13" fmla="*/ 3111633 h 4079441"/>
                  <a:gd name="connsiteX14" fmla="*/ 1638495 w 2305869"/>
                  <a:gd name="connsiteY14" fmla="*/ 3025006 h 4079441"/>
                  <a:gd name="connsiteX15" fmla="*/ 1551868 w 2305869"/>
                  <a:gd name="connsiteY15" fmla="*/ 2899877 h 4079441"/>
                  <a:gd name="connsiteX16" fmla="*/ 1551868 w 2305869"/>
                  <a:gd name="connsiteY16" fmla="*/ 310682 h 4079441"/>
                  <a:gd name="connsiteX17" fmla="*/ 1676996 w 2305869"/>
                  <a:gd name="connsiteY17" fmla="*/ 89301 h 4079441"/>
                  <a:gd name="connsiteX0" fmla="*/ 1003228 w 2305749"/>
                  <a:gd name="connsiteY0" fmla="*/ 108551 h 4079441"/>
                  <a:gd name="connsiteX1" fmla="*/ 1099480 w 2305749"/>
                  <a:gd name="connsiteY1" fmla="*/ 320307 h 4079441"/>
                  <a:gd name="connsiteX2" fmla="*/ 1147607 w 2305749"/>
                  <a:gd name="connsiteY2" fmla="*/ 2803625 h 4079441"/>
                  <a:gd name="connsiteX3" fmla="*/ 1118731 w 2305749"/>
                  <a:gd name="connsiteY3" fmla="*/ 3082757 h 4079441"/>
                  <a:gd name="connsiteX4" fmla="*/ 897349 w 2305749"/>
                  <a:gd name="connsiteY4" fmla="*/ 3275263 h 4079441"/>
                  <a:gd name="connsiteX5" fmla="*/ 762596 w 2305749"/>
                  <a:gd name="connsiteY5" fmla="*/ 3361890 h 4079441"/>
                  <a:gd name="connsiteX6" fmla="*/ 2200 w 2305749"/>
                  <a:gd name="connsiteY6" fmla="*/ 4074160 h 4079441"/>
                  <a:gd name="connsiteX7" fmla="*/ 1032104 w 2305749"/>
                  <a:gd name="connsiteY7" fmla="*/ 3669899 h 4079441"/>
                  <a:gd name="connsiteX8" fmla="*/ 1291986 w 2305749"/>
                  <a:gd name="connsiteY8" fmla="*/ 3361890 h 4079441"/>
                  <a:gd name="connsiteX9" fmla="*/ 1291986 w 2305749"/>
                  <a:gd name="connsiteY9" fmla="*/ 3361890 h 4079441"/>
                  <a:gd name="connsiteX10" fmla="*/ 1445990 w 2305749"/>
                  <a:gd name="connsiteY10" fmla="*/ 3342640 h 4079441"/>
                  <a:gd name="connsiteX11" fmla="*/ 1609619 w 2305749"/>
                  <a:gd name="connsiteY11" fmla="*/ 3438892 h 4079441"/>
                  <a:gd name="connsiteX12" fmla="*/ 2302638 w 2305749"/>
                  <a:gd name="connsiteY12" fmla="*/ 3795027 h 4079441"/>
                  <a:gd name="connsiteX13" fmla="*/ 1859876 w 2305749"/>
                  <a:gd name="connsiteY13" fmla="*/ 3111633 h 4079441"/>
                  <a:gd name="connsiteX14" fmla="*/ 1734748 w 2305749"/>
                  <a:gd name="connsiteY14" fmla="*/ 3150134 h 4079441"/>
                  <a:gd name="connsiteX15" fmla="*/ 1551868 w 2305749"/>
                  <a:gd name="connsiteY15" fmla="*/ 2899877 h 4079441"/>
                  <a:gd name="connsiteX16" fmla="*/ 1551868 w 2305749"/>
                  <a:gd name="connsiteY16" fmla="*/ 310682 h 4079441"/>
                  <a:gd name="connsiteX17" fmla="*/ 1676996 w 2305749"/>
                  <a:gd name="connsiteY17" fmla="*/ 89301 h 4079441"/>
                  <a:gd name="connsiteX0" fmla="*/ 1003228 w 2341026"/>
                  <a:gd name="connsiteY0" fmla="*/ 108551 h 4079441"/>
                  <a:gd name="connsiteX1" fmla="*/ 1099480 w 2341026"/>
                  <a:gd name="connsiteY1" fmla="*/ 320307 h 4079441"/>
                  <a:gd name="connsiteX2" fmla="*/ 1147607 w 2341026"/>
                  <a:gd name="connsiteY2" fmla="*/ 2803625 h 4079441"/>
                  <a:gd name="connsiteX3" fmla="*/ 1118731 w 2341026"/>
                  <a:gd name="connsiteY3" fmla="*/ 3082757 h 4079441"/>
                  <a:gd name="connsiteX4" fmla="*/ 897349 w 2341026"/>
                  <a:gd name="connsiteY4" fmla="*/ 3275263 h 4079441"/>
                  <a:gd name="connsiteX5" fmla="*/ 762596 w 2341026"/>
                  <a:gd name="connsiteY5" fmla="*/ 3361890 h 4079441"/>
                  <a:gd name="connsiteX6" fmla="*/ 2200 w 2341026"/>
                  <a:gd name="connsiteY6" fmla="*/ 4074160 h 4079441"/>
                  <a:gd name="connsiteX7" fmla="*/ 1032104 w 2341026"/>
                  <a:gd name="connsiteY7" fmla="*/ 3669899 h 4079441"/>
                  <a:gd name="connsiteX8" fmla="*/ 1291986 w 2341026"/>
                  <a:gd name="connsiteY8" fmla="*/ 3361890 h 4079441"/>
                  <a:gd name="connsiteX9" fmla="*/ 1291986 w 2341026"/>
                  <a:gd name="connsiteY9" fmla="*/ 3361890 h 4079441"/>
                  <a:gd name="connsiteX10" fmla="*/ 1445990 w 2341026"/>
                  <a:gd name="connsiteY10" fmla="*/ 3342640 h 4079441"/>
                  <a:gd name="connsiteX11" fmla="*/ 1609619 w 2341026"/>
                  <a:gd name="connsiteY11" fmla="*/ 3438892 h 4079441"/>
                  <a:gd name="connsiteX12" fmla="*/ 2302638 w 2341026"/>
                  <a:gd name="connsiteY12" fmla="*/ 3795027 h 4079441"/>
                  <a:gd name="connsiteX13" fmla="*/ 2196760 w 2341026"/>
                  <a:gd name="connsiteY13" fmla="*/ 3506269 h 4079441"/>
                  <a:gd name="connsiteX14" fmla="*/ 1734748 w 2341026"/>
                  <a:gd name="connsiteY14" fmla="*/ 3150134 h 4079441"/>
                  <a:gd name="connsiteX15" fmla="*/ 1551868 w 2341026"/>
                  <a:gd name="connsiteY15" fmla="*/ 2899877 h 4079441"/>
                  <a:gd name="connsiteX16" fmla="*/ 1551868 w 2341026"/>
                  <a:gd name="connsiteY16" fmla="*/ 310682 h 4079441"/>
                  <a:gd name="connsiteX17" fmla="*/ 1676996 w 2341026"/>
                  <a:gd name="connsiteY17" fmla="*/ 89301 h 4079441"/>
                  <a:gd name="connsiteX0" fmla="*/ 1003228 w 2341026"/>
                  <a:gd name="connsiteY0" fmla="*/ 108551 h 4079441"/>
                  <a:gd name="connsiteX1" fmla="*/ 1099480 w 2341026"/>
                  <a:gd name="connsiteY1" fmla="*/ 320307 h 4079441"/>
                  <a:gd name="connsiteX2" fmla="*/ 1147607 w 2341026"/>
                  <a:gd name="connsiteY2" fmla="*/ 2803625 h 4079441"/>
                  <a:gd name="connsiteX3" fmla="*/ 1118731 w 2341026"/>
                  <a:gd name="connsiteY3" fmla="*/ 3082757 h 4079441"/>
                  <a:gd name="connsiteX4" fmla="*/ 897349 w 2341026"/>
                  <a:gd name="connsiteY4" fmla="*/ 3275263 h 4079441"/>
                  <a:gd name="connsiteX5" fmla="*/ 762596 w 2341026"/>
                  <a:gd name="connsiteY5" fmla="*/ 3361890 h 4079441"/>
                  <a:gd name="connsiteX6" fmla="*/ 2200 w 2341026"/>
                  <a:gd name="connsiteY6" fmla="*/ 4074160 h 4079441"/>
                  <a:gd name="connsiteX7" fmla="*/ 1032104 w 2341026"/>
                  <a:gd name="connsiteY7" fmla="*/ 3669899 h 4079441"/>
                  <a:gd name="connsiteX8" fmla="*/ 1291986 w 2341026"/>
                  <a:gd name="connsiteY8" fmla="*/ 3361890 h 4079441"/>
                  <a:gd name="connsiteX9" fmla="*/ 1291986 w 2341026"/>
                  <a:gd name="connsiteY9" fmla="*/ 3361890 h 4079441"/>
                  <a:gd name="connsiteX10" fmla="*/ 1445990 w 2341026"/>
                  <a:gd name="connsiteY10" fmla="*/ 3342640 h 4079441"/>
                  <a:gd name="connsiteX11" fmla="*/ 1609619 w 2341026"/>
                  <a:gd name="connsiteY11" fmla="*/ 3438892 h 4079441"/>
                  <a:gd name="connsiteX12" fmla="*/ 2302638 w 2341026"/>
                  <a:gd name="connsiteY12" fmla="*/ 3795027 h 4079441"/>
                  <a:gd name="connsiteX13" fmla="*/ 2196760 w 2341026"/>
                  <a:gd name="connsiteY13" fmla="*/ 3506269 h 4079441"/>
                  <a:gd name="connsiteX14" fmla="*/ 1734748 w 2341026"/>
                  <a:gd name="connsiteY14" fmla="*/ 3150134 h 4079441"/>
                  <a:gd name="connsiteX15" fmla="*/ 1551868 w 2341026"/>
                  <a:gd name="connsiteY15" fmla="*/ 2899877 h 4079441"/>
                  <a:gd name="connsiteX16" fmla="*/ 1551868 w 2341026"/>
                  <a:gd name="connsiteY16" fmla="*/ 310682 h 4079441"/>
                  <a:gd name="connsiteX17" fmla="*/ 1676996 w 2341026"/>
                  <a:gd name="connsiteY17" fmla="*/ 89301 h 4079441"/>
                  <a:gd name="connsiteX0" fmla="*/ 1003228 w 2341026"/>
                  <a:gd name="connsiteY0" fmla="*/ 108551 h 4079441"/>
                  <a:gd name="connsiteX1" fmla="*/ 1099480 w 2341026"/>
                  <a:gd name="connsiteY1" fmla="*/ 320307 h 4079441"/>
                  <a:gd name="connsiteX2" fmla="*/ 1147607 w 2341026"/>
                  <a:gd name="connsiteY2" fmla="*/ 2803625 h 4079441"/>
                  <a:gd name="connsiteX3" fmla="*/ 1118731 w 2341026"/>
                  <a:gd name="connsiteY3" fmla="*/ 3082757 h 4079441"/>
                  <a:gd name="connsiteX4" fmla="*/ 897349 w 2341026"/>
                  <a:gd name="connsiteY4" fmla="*/ 3275263 h 4079441"/>
                  <a:gd name="connsiteX5" fmla="*/ 762596 w 2341026"/>
                  <a:gd name="connsiteY5" fmla="*/ 3361890 h 4079441"/>
                  <a:gd name="connsiteX6" fmla="*/ 2200 w 2341026"/>
                  <a:gd name="connsiteY6" fmla="*/ 4074160 h 4079441"/>
                  <a:gd name="connsiteX7" fmla="*/ 1032104 w 2341026"/>
                  <a:gd name="connsiteY7" fmla="*/ 3669899 h 4079441"/>
                  <a:gd name="connsiteX8" fmla="*/ 1291986 w 2341026"/>
                  <a:gd name="connsiteY8" fmla="*/ 3361890 h 4079441"/>
                  <a:gd name="connsiteX9" fmla="*/ 1291986 w 2341026"/>
                  <a:gd name="connsiteY9" fmla="*/ 3361890 h 4079441"/>
                  <a:gd name="connsiteX10" fmla="*/ 1445990 w 2341026"/>
                  <a:gd name="connsiteY10" fmla="*/ 3342640 h 4079441"/>
                  <a:gd name="connsiteX11" fmla="*/ 1609619 w 2341026"/>
                  <a:gd name="connsiteY11" fmla="*/ 3438892 h 4079441"/>
                  <a:gd name="connsiteX12" fmla="*/ 2302638 w 2341026"/>
                  <a:gd name="connsiteY12" fmla="*/ 3795027 h 4079441"/>
                  <a:gd name="connsiteX13" fmla="*/ 2196760 w 2341026"/>
                  <a:gd name="connsiteY13" fmla="*/ 3506269 h 4079441"/>
                  <a:gd name="connsiteX14" fmla="*/ 1734748 w 2341026"/>
                  <a:gd name="connsiteY14" fmla="*/ 3150134 h 4079441"/>
                  <a:gd name="connsiteX15" fmla="*/ 1551868 w 2341026"/>
                  <a:gd name="connsiteY15" fmla="*/ 2899877 h 4079441"/>
                  <a:gd name="connsiteX16" fmla="*/ 1551868 w 2341026"/>
                  <a:gd name="connsiteY16" fmla="*/ 310682 h 4079441"/>
                  <a:gd name="connsiteX17" fmla="*/ 1676996 w 2341026"/>
                  <a:gd name="connsiteY17" fmla="*/ 89301 h 4079441"/>
                  <a:gd name="connsiteX0" fmla="*/ 1003228 w 2341026"/>
                  <a:gd name="connsiteY0" fmla="*/ 108551 h 4079441"/>
                  <a:gd name="connsiteX1" fmla="*/ 1099480 w 2341026"/>
                  <a:gd name="connsiteY1" fmla="*/ 320307 h 4079441"/>
                  <a:gd name="connsiteX2" fmla="*/ 1147607 w 2341026"/>
                  <a:gd name="connsiteY2" fmla="*/ 2803625 h 4079441"/>
                  <a:gd name="connsiteX3" fmla="*/ 1118731 w 2341026"/>
                  <a:gd name="connsiteY3" fmla="*/ 3082757 h 4079441"/>
                  <a:gd name="connsiteX4" fmla="*/ 897349 w 2341026"/>
                  <a:gd name="connsiteY4" fmla="*/ 3275263 h 4079441"/>
                  <a:gd name="connsiteX5" fmla="*/ 762596 w 2341026"/>
                  <a:gd name="connsiteY5" fmla="*/ 3361890 h 4079441"/>
                  <a:gd name="connsiteX6" fmla="*/ 2200 w 2341026"/>
                  <a:gd name="connsiteY6" fmla="*/ 4074160 h 4079441"/>
                  <a:gd name="connsiteX7" fmla="*/ 1032104 w 2341026"/>
                  <a:gd name="connsiteY7" fmla="*/ 3669899 h 4079441"/>
                  <a:gd name="connsiteX8" fmla="*/ 1291986 w 2341026"/>
                  <a:gd name="connsiteY8" fmla="*/ 3361890 h 4079441"/>
                  <a:gd name="connsiteX9" fmla="*/ 1291986 w 2341026"/>
                  <a:gd name="connsiteY9" fmla="*/ 3361890 h 4079441"/>
                  <a:gd name="connsiteX10" fmla="*/ 1445990 w 2341026"/>
                  <a:gd name="connsiteY10" fmla="*/ 3342640 h 4079441"/>
                  <a:gd name="connsiteX11" fmla="*/ 1609619 w 2341026"/>
                  <a:gd name="connsiteY11" fmla="*/ 3438892 h 4079441"/>
                  <a:gd name="connsiteX12" fmla="*/ 2302638 w 2341026"/>
                  <a:gd name="connsiteY12" fmla="*/ 3795027 h 4079441"/>
                  <a:gd name="connsiteX13" fmla="*/ 2196760 w 2341026"/>
                  <a:gd name="connsiteY13" fmla="*/ 3506269 h 4079441"/>
                  <a:gd name="connsiteX14" fmla="*/ 1734748 w 2341026"/>
                  <a:gd name="connsiteY14" fmla="*/ 3150134 h 4079441"/>
                  <a:gd name="connsiteX15" fmla="*/ 1551868 w 2341026"/>
                  <a:gd name="connsiteY15" fmla="*/ 2899877 h 4079441"/>
                  <a:gd name="connsiteX16" fmla="*/ 1551868 w 2341026"/>
                  <a:gd name="connsiteY16" fmla="*/ 310682 h 4079441"/>
                  <a:gd name="connsiteX17" fmla="*/ 1676996 w 2341026"/>
                  <a:gd name="connsiteY17" fmla="*/ 89301 h 4079441"/>
                  <a:gd name="connsiteX0" fmla="*/ 1003228 w 2341026"/>
                  <a:gd name="connsiteY0" fmla="*/ 108551 h 4079441"/>
                  <a:gd name="connsiteX1" fmla="*/ 1099480 w 2341026"/>
                  <a:gd name="connsiteY1" fmla="*/ 320307 h 4079441"/>
                  <a:gd name="connsiteX2" fmla="*/ 1147607 w 2341026"/>
                  <a:gd name="connsiteY2" fmla="*/ 2803625 h 4079441"/>
                  <a:gd name="connsiteX3" fmla="*/ 1070605 w 2341026"/>
                  <a:gd name="connsiteY3" fmla="*/ 3121258 h 4079441"/>
                  <a:gd name="connsiteX4" fmla="*/ 897349 w 2341026"/>
                  <a:gd name="connsiteY4" fmla="*/ 3275263 h 4079441"/>
                  <a:gd name="connsiteX5" fmla="*/ 762596 w 2341026"/>
                  <a:gd name="connsiteY5" fmla="*/ 3361890 h 4079441"/>
                  <a:gd name="connsiteX6" fmla="*/ 2200 w 2341026"/>
                  <a:gd name="connsiteY6" fmla="*/ 4074160 h 4079441"/>
                  <a:gd name="connsiteX7" fmla="*/ 1032104 w 2341026"/>
                  <a:gd name="connsiteY7" fmla="*/ 3669899 h 4079441"/>
                  <a:gd name="connsiteX8" fmla="*/ 1291986 w 2341026"/>
                  <a:gd name="connsiteY8" fmla="*/ 3361890 h 4079441"/>
                  <a:gd name="connsiteX9" fmla="*/ 1291986 w 2341026"/>
                  <a:gd name="connsiteY9" fmla="*/ 3361890 h 4079441"/>
                  <a:gd name="connsiteX10" fmla="*/ 1445990 w 2341026"/>
                  <a:gd name="connsiteY10" fmla="*/ 3342640 h 4079441"/>
                  <a:gd name="connsiteX11" fmla="*/ 1609619 w 2341026"/>
                  <a:gd name="connsiteY11" fmla="*/ 3438892 h 4079441"/>
                  <a:gd name="connsiteX12" fmla="*/ 2302638 w 2341026"/>
                  <a:gd name="connsiteY12" fmla="*/ 3795027 h 4079441"/>
                  <a:gd name="connsiteX13" fmla="*/ 2196760 w 2341026"/>
                  <a:gd name="connsiteY13" fmla="*/ 3506269 h 4079441"/>
                  <a:gd name="connsiteX14" fmla="*/ 1734748 w 2341026"/>
                  <a:gd name="connsiteY14" fmla="*/ 3150134 h 4079441"/>
                  <a:gd name="connsiteX15" fmla="*/ 1551868 w 2341026"/>
                  <a:gd name="connsiteY15" fmla="*/ 2899877 h 4079441"/>
                  <a:gd name="connsiteX16" fmla="*/ 1551868 w 2341026"/>
                  <a:gd name="connsiteY16" fmla="*/ 310682 h 4079441"/>
                  <a:gd name="connsiteX17" fmla="*/ 1676996 w 2341026"/>
                  <a:gd name="connsiteY17" fmla="*/ 89301 h 4079441"/>
                  <a:gd name="connsiteX0" fmla="*/ 1003228 w 2341026"/>
                  <a:gd name="connsiteY0" fmla="*/ 108551 h 4079441"/>
                  <a:gd name="connsiteX1" fmla="*/ 1099480 w 2341026"/>
                  <a:gd name="connsiteY1" fmla="*/ 320307 h 4079441"/>
                  <a:gd name="connsiteX2" fmla="*/ 1147607 w 2341026"/>
                  <a:gd name="connsiteY2" fmla="*/ 2803625 h 4079441"/>
                  <a:gd name="connsiteX3" fmla="*/ 1070605 w 2341026"/>
                  <a:gd name="connsiteY3" fmla="*/ 3121258 h 4079441"/>
                  <a:gd name="connsiteX4" fmla="*/ 897349 w 2341026"/>
                  <a:gd name="connsiteY4" fmla="*/ 3275263 h 4079441"/>
                  <a:gd name="connsiteX5" fmla="*/ 762596 w 2341026"/>
                  <a:gd name="connsiteY5" fmla="*/ 3361890 h 4079441"/>
                  <a:gd name="connsiteX6" fmla="*/ 2200 w 2341026"/>
                  <a:gd name="connsiteY6" fmla="*/ 4074160 h 4079441"/>
                  <a:gd name="connsiteX7" fmla="*/ 1032104 w 2341026"/>
                  <a:gd name="connsiteY7" fmla="*/ 3669899 h 4079441"/>
                  <a:gd name="connsiteX8" fmla="*/ 1291986 w 2341026"/>
                  <a:gd name="connsiteY8" fmla="*/ 3361890 h 4079441"/>
                  <a:gd name="connsiteX9" fmla="*/ 1291986 w 2341026"/>
                  <a:gd name="connsiteY9" fmla="*/ 3361890 h 4079441"/>
                  <a:gd name="connsiteX10" fmla="*/ 1445990 w 2341026"/>
                  <a:gd name="connsiteY10" fmla="*/ 3342640 h 4079441"/>
                  <a:gd name="connsiteX11" fmla="*/ 1609619 w 2341026"/>
                  <a:gd name="connsiteY11" fmla="*/ 3438892 h 4079441"/>
                  <a:gd name="connsiteX12" fmla="*/ 2302638 w 2341026"/>
                  <a:gd name="connsiteY12" fmla="*/ 3795027 h 4079441"/>
                  <a:gd name="connsiteX13" fmla="*/ 2196760 w 2341026"/>
                  <a:gd name="connsiteY13" fmla="*/ 3506269 h 4079441"/>
                  <a:gd name="connsiteX14" fmla="*/ 1734748 w 2341026"/>
                  <a:gd name="connsiteY14" fmla="*/ 3150134 h 4079441"/>
                  <a:gd name="connsiteX15" fmla="*/ 1551868 w 2341026"/>
                  <a:gd name="connsiteY15" fmla="*/ 2899877 h 4079441"/>
                  <a:gd name="connsiteX16" fmla="*/ 1551868 w 2341026"/>
                  <a:gd name="connsiteY16" fmla="*/ 310682 h 4079441"/>
                  <a:gd name="connsiteX17" fmla="*/ 1676996 w 2341026"/>
                  <a:gd name="connsiteY17" fmla="*/ 89301 h 4079441"/>
                  <a:gd name="connsiteX0" fmla="*/ 1003228 w 2341026"/>
                  <a:gd name="connsiteY0" fmla="*/ 108551 h 4079441"/>
                  <a:gd name="connsiteX1" fmla="*/ 1099480 w 2341026"/>
                  <a:gd name="connsiteY1" fmla="*/ 320307 h 4079441"/>
                  <a:gd name="connsiteX2" fmla="*/ 1147607 w 2341026"/>
                  <a:gd name="connsiteY2" fmla="*/ 2803625 h 4079441"/>
                  <a:gd name="connsiteX3" fmla="*/ 1070605 w 2341026"/>
                  <a:gd name="connsiteY3" fmla="*/ 3121258 h 4079441"/>
                  <a:gd name="connsiteX4" fmla="*/ 897349 w 2341026"/>
                  <a:gd name="connsiteY4" fmla="*/ 3275263 h 4079441"/>
                  <a:gd name="connsiteX5" fmla="*/ 762596 w 2341026"/>
                  <a:gd name="connsiteY5" fmla="*/ 3361890 h 4079441"/>
                  <a:gd name="connsiteX6" fmla="*/ 2200 w 2341026"/>
                  <a:gd name="connsiteY6" fmla="*/ 4074160 h 4079441"/>
                  <a:gd name="connsiteX7" fmla="*/ 1032104 w 2341026"/>
                  <a:gd name="connsiteY7" fmla="*/ 3669899 h 4079441"/>
                  <a:gd name="connsiteX8" fmla="*/ 1291986 w 2341026"/>
                  <a:gd name="connsiteY8" fmla="*/ 3361890 h 4079441"/>
                  <a:gd name="connsiteX9" fmla="*/ 1291986 w 2341026"/>
                  <a:gd name="connsiteY9" fmla="*/ 3361890 h 4079441"/>
                  <a:gd name="connsiteX10" fmla="*/ 1445990 w 2341026"/>
                  <a:gd name="connsiteY10" fmla="*/ 3342640 h 4079441"/>
                  <a:gd name="connsiteX11" fmla="*/ 1609619 w 2341026"/>
                  <a:gd name="connsiteY11" fmla="*/ 3438892 h 4079441"/>
                  <a:gd name="connsiteX12" fmla="*/ 2302638 w 2341026"/>
                  <a:gd name="connsiteY12" fmla="*/ 3795027 h 4079441"/>
                  <a:gd name="connsiteX13" fmla="*/ 2196760 w 2341026"/>
                  <a:gd name="connsiteY13" fmla="*/ 3506269 h 4079441"/>
                  <a:gd name="connsiteX14" fmla="*/ 1734748 w 2341026"/>
                  <a:gd name="connsiteY14" fmla="*/ 3150134 h 4079441"/>
                  <a:gd name="connsiteX15" fmla="*/ 1551868 w 2341026"/>
                  <a:gd name="connsiteY15" fmla="*/ 2899877 h 4079441"/>
                  <a:gd name="connsiteX16" fmla="*/ 1551868 w 2341026"/>
                  <a:gd name="connsiteY16" fmla="*/ 310682 h 4079441"/>
                  <a:gd name="connsiteX17" fmla="*/ 1676996 w 2341026"/>
                  <a:gd name="connsiteY17" fmla="*/ 89301 h 4079441"/>
                  <a:gd name="connsiteX0" fmla="*/ 1003228 w 2341026"/>
                  <a:gd name="connsiteY0" fmla="*/ 108551 h 4079441"/>
                  <a:gd name="connsiteX1" fmla="*/ 1099480 w 2341026"/>
                  <a:gd name="connsiteY1" fmla="*/ 320307 h 4079441"/>
                  <a:gd name="connsiteX2" fmla="*/ 1147607 w 2341026"/>
                  <a:gd name="connsiteY2" fmla="*/ 2803625 h 4079441"/>
                  <a:gd name="connsiteX3" fmla="*/ 1070605 w 2341026"/>
                  <a:gd name="connsiteY3" fmla="*/ 3121258 h 4079441"/>
                  <a:gd name="connsiteX4" fmla="*/ 897349 w 2341026"/>
                  <a:gd name="connsiteY4" fmla="*/ 3275263 h 4079441"/>
                  <a:gd name="connsiteX5" fmla="*/ 762596 w 2341026"/>
                  <a:gd name="connsiteY5" fmla="*/ 3361890 h 4079441"/>
                  <a:gd name="connsiteX6" fmla="*/ 2200 w 2341026"/>
                  <a:gd name="connsiteY6" fmla="*/ 4074160 h 4079441"/>
                  <a:gd name="connsiteX7" fmla="*/ 1032104 w 2341026"/>
                  <a:gd name="connsiteY7" fmla="*/ 3669899 h 4079441"/>
                  <a:gd name="connsiteX8" fmla="*/ 1291986 w 2341026"/>
                  <a:gd name="connsiteY8" fmla="*/ 3361890 h 4079441"/>
                  <a:gd name="connsiteX9" fmla="*/ 1368988 w 2341026"/>
                  <a:gd name="connsiteY9" fmla="*/ 3333014 h 4079441"/>
                  <a:gd name="connsiteX10" fmla="*/ 1445990 w 2341026"/>
                  <a:gd name="connsiteY10" fmla="*/ 3342640 h 4079441"/>
                  <a:gd name="connsiteX11" fmla="*/ 1609619 w 2341026"/>
                  <a:gd name="connsiteY11" fmla="*/ 3438892 h 4079441"/>
                  <a:gd name="connsiteX12" fmla="*/ 2302638 w 2341026"/>
                  <a:gd name="connsiteY12" fmla="*/ 3795027 h 4079441"/>
                  <a:gd name="connsiteX13" fmla="*/ 2196760 w 2341026"/>
                  <a:gd name="connsiteY13" fmla="*/ 3506269 h 4079441"/>
                  <a:gd name="connsiteX14" fmla="*/ 1734748 w 2341026"/>
                  <a:gd name="connsiteY14" fmla="*/ 3150134 h 4079441"/>
                  <a:gd name="connsiteX15" fmla="*/ 1551868 w 2341026"/>
                  <a:gd name="connsiteY15" fmla="*/ 2899877 h 4079441"/>
                  <a:gd name="connsiteX16" fmla="*/ 1551868 w 2341026"/>
                  <a:gd name="connsiteY16" fmla="*/ 310682 h 4079441"/>
                  <a:gd name="connsiteX17" fmla="*/ 1676996 w 2341026"/>
                  <a:gd name="connsiteY17" fmla="*/ 89301 h 40794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341026" h="4079441">
                    <a:moveTo>
                      <a:pt x="1003228" y="108551"/>
                    </a:moveTo>
                    <a:cubicBezTo>
                      <a:pt x="1039322" y="-10161"/>
                      <a:pt x="1075417" y="-128872"/>
                      <a:pt x="1099480" y="320307"/>
                    </a:cubicBezTo>
                    <a:cubicBezTo>
                      <a:pt x="1123543" y="769486"/>
                      <a:pt x="1144399" y="2348029"/>
                      <a:pt x="1147607" y="2803625"/>
                    </a:cubicBezTo>
                    <a:cubicBezTo>
                      <a:pt x="1112314" y="3259221"/>
                      <a:pt x="1112315" y="3042652"/>
                      <a:pt x="1070605" y="3121258"/>
                    </a:cubicBezTo>
                    <a:cubicBezTo>
                      <a:pt x="1028895" y="3199864"/>
                      <a:pt x="948684" y="3235158"/>
                      <a:pt x="897349" y="3275263"/>
                    </a:cubicBezTo>
                    <a:cubicBezTo>
                      <a:pt x="846014" y="3315368"/>
                      <a:pt x="911787" y="3228741"/>
                      <a:pt x="762596" y="3361890"/>
                    </a:cubicBezTo>
                    <a:cubicBezTo>
                      <a:pt x="613405" y="3495039"/>
                      <a:pt x="-42718" y="4022825"/>
                      <a:pt x="2200" y="4074160"/>
                    </a:cubicBezTo>
                    <a:cubicBezTo>
                      <a:pt x="47118" y="4125495"/>
                      <a:pt x="817140" y="3788611"/>
                      <a:pt x="1032104" y="3669899"/>
                    </a:cubicBezTo>
                    <a:cubicBezTo>
                      <a:pt x="1247068" y="3551187"/>
                      <a:pt x="1291986" y="3361890"/>
                      <a:pt x="1291986" y="3361890"/>
                    </a:cubicBezTo>
                    <a:lnTo>
                      <a:pt x="1368988" y="3333014"/>
                    </a:lnTo>
                    <a:cubicBezTo>
                      <a:pt x="1394655" y="3329806"/>
                      <a:pt x="1405885" y="3324994"/>
                      <a:pt x="1445990" y="3342640"/>
                    </a:cubicBezTo>
                    <a:cubicBezTo>
                      <a:pt x="1486095" y="3360286"/>
                      <a:pt x="1466844" y="3363494"/>
                      <a:pt x="1609619" y="3438892"/>
                    </a:cubicBezTo>
                    <a:cubicBezTo>
                      <a:pt x="1752394" y="3514290"/>
                      <a:pt x="2204781" y="3783798"/>
                      <a:pt x="2302638" y="3795027"/>
                    </a:cubicBezTo>
                    <a:cubicBezTo>
                      <a:pt x="2400495" y="3806256"/>
                      <a:pt x="2291408" y="3613751"/>
                      <a:pt x="2196760" y="3506269"/>
                    </a:cubicBezTo>
                    <a:cubicBezTo>
                      <a:pt x="2102112" y="3398787"/>
                      <a:pt x="1880731" y="3241574"/>
                      <a:pt x="1734748" y="3150134"/>
                    </a:cubicBezTo>
                    <a:cubicBezTo>
                      <a:pt x="1588765" y="3058694"/>
                      <a:pt x="1620849" y="3257616"/>
                      <a:pt x="1551868" y="2899877"/>
                    </a:cubicBezTo>
                    <a:cubicBezTo>
                      <a:pt x="1482887" y="2542138"/>
                      <a:pt x="1531013" y="779111"/>
                      <a:pt x="1551868" y="310682"/>
                    </a:cubicBezTo>
                    <a:cubicBezTo>
                      <a:pt x="1572723" y="-157747"/>
                      <a:pt x="1768436" y="134219"/>
                      <a:pt x="1676996" y="89301"/>
                    </a:cubicBezTo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Freeform: Shape 4">
                <a:extLst>
                  <a:ext uri="{FF2B5EF4-FFF2-40B4-BE49-F238E27FC236}">
                    <a16:creationId xmlns:a16="http://schemas.microsoft.com/office/drawing/2014/main" id="{1F17E962-50B8-4AE5-87AF-A563035252C6}"/>
                  </a:ext>
                </a:extLst>
              </p:cNvPr>
              <p:cNvSpPr/>
              <p:nvPr/>
            </p:nvSpPr>
            <p:spPr>
              <a:xfrm>
                <a:off x="3051209" y="1256280"/>
                <a:ext cx="2195328" cy="2978835"/>
              </a:xfrm>
              <a:custGeom>
                <a:avLst/>
                <a:gdLst>
                  <a:gd name="connsiteX0" fmla="*/ 2127183 w 2195328"/>
                  <a:gd name="connsiteY0" fmla="*/ 1766052 h 2978835"/>
                  <a:gd name="connsiteX1" fmla="*/ 2117558 w 2195328"/>
                  <a:gd name="connsiteY1" fmla="*/ 1689050 h 2978835"/>
                  <a:gd name="connsiteX2" fmla="*/ 2107932 w 2195328"/>
                  <a:gd name="connsiteY2" fmla="*/ 1621673 h 2978835"/>
                  <a:gd name="connsiteX3" fmla="*/ 2088682 w 2195328"/>
                  <a:gd name="connsiteY3" fmla="*/ 1448418 h 2978835"/>
                  <a:gd name="connsiteX4" fmla="*/ 2069431 w 2195328"/>
                  <a:gd name="connsiteY4" fmla="*/ 1419543 h 2978835"/>
                  <a:gd name="connsiteX5" fmla="*/ 2040555 w 2195328"/>
                  <a:gd name="connsiteY5" fmla="*/ 1390667 h 2978835"/>
                  <a:gd name="connsiteX6" fmla="*/ 2021305 w 2195328"/>
                  <a:gd name="connsiteY6" fmla="*/ 1352166 h 2978835"/>
                  <a:gd name="connsiteX7" fmla="*/ 2002054 w 2195328"/>
                  <a:gd name="connsiteY7" fmla="*/ 1323290 h 2978835"/>
                  <a:gd name="connsiteX8" fmla="*/ 1992429 w 2195328"/>
                  <a:gd name="connsiteY8" fmla="*/ 1294414 h 2978835"/>
                  <a:gd name="connsiteX9" fmla="*/ 1973179 w 2195328"/>
                  <a:gd name="connsiteY9" fmla="*/ 1265538 h 2978835"/>
                  <a:gd name="connsiteX10" fmla="*/ 1953928 w 2195328"/>
                  <a:gd name="connsiteY10" fmla="*/ 1207787 h 2978835"/>
                  <a:gd name="connsiteX11" fmla="*/ 1944303 w 2195328"/>
                  <a:gd name="connsiteY11" fmla="*/ 1101909 h 2978835"/>
                  <a:gd name="connsiteX12" fmla="*/ 1963553 w 2195328"/>
                  <a:gd name="connsiteY12" fmla="*/ 928654 h 2978835"/>
                  <a:gd name="connsiteX13" fmla="*/ 1973179 w 2195328"/>
                  <a:gd name="connsiteY13" fmla="*/ 890153 h 2978835"/>
                  <a:gd name="connsiteX14" fmla="*/ 1982804 w 2195328"/>
                  <a:gd name="connsiteY14" fmla="*/ 688023 h 2978835"/>
                  <a:gd name="connsiteX15" fmla="*/ 1992429 w 2195328"/>
                  <a:gd name="connsiteY15" fmla="*/ 659147 h 2978835"/>
                  <a:gd name="connsiteX16" fmla="*/ 1982804 w 2195328"/>
                  <a:gd name="connsiteY16" fmla="*/ 437766 h 2978835"/>
                  <a:gd name="connsiteX17" fmla="*/ 1963553 w 2195328"/>
                  <a:gd name="connsiteY17" fmla="*/ 370389 h 2978835"/>
                  <a:gd name="connsiteX18" fmla="*/ 1953928 w 2195328"/>
                  <a:gd name="connsiteY18" fmla="*/ 331888 h 2978835"/>
                  <a:gd name="connsiteX19" fmla="*/ 1925052 w 2195328"/>
                  <a:gd name="connsiteY19" fmla="*/ 245261 h 2978835"/>
                  <a:gd name="connsiteX20" fmla="*/ 1896176 w 2195328"/>
                  <a:gd name="connsiteY20" fmla="*/ 158633 h 2978835"/>
                  <a:gd name="connsiteX21" fmla="*/ 1886551 w 2195328"/>
                  <a:gd name="connsiteY21" fmla="*/ 129757 h 2978835"/>
                  <a:gd name="connsiteX22" fmla="*/ 1828800 w 2195328"/>
                  <a:gd name="connsiteY22" fmla="*/ 91256 h 2978835"/>
                  <a:gd name="connsiteX23" fmla="*/ 1799924 w 2195328"/>
                  <a:gd name="connsiteY23" fmla="*/ 72006 h 2978835"/>
                  <a:gd name="connsiteX24" fmla="*/ 1771048 w 2195328"/>
                  <a:gd name="connsiteY24" fmla="*/ 52755 h 2978835"/>
                  <a:gd name="connsiteX25" fmla="*/ 1713296 w 2195328"/>
                  <a:gd name="connsiteY25" fmla="*/ 33505 h 2978835"/>
                  <a:gd name="connsiteX26" fmla="*/ 1684421 w 2195328"/>
                  <a:gd name="connsiteY26" fmla="*/ 14254 h 2978835"/>
                  <a:gd name="connsiteX27" fmla="*/ 1463040 w 2195328"/>
                  <a:gd name="connsiteY27" fmla="*/ 14254 h 2978835"/>
                  <a:gd name="connsiteX28" fmla="*/ 1405288 w 2195328"/>
                  <a:gd name="connsiteY28" fmla="*/ 43130 h 2978835"/>
                  <a:gd name="connsiteX29" fmla="*/ 1376412 w 2195328"/>
                  <a:gd name="connsiteY29" fmla="*/ 62381 h 2978835"/>
                  <a:gd name="connsiteX30" fmla="*/ 1318661 w 2195328"/>
                  <a:gd name="connsiteY30" fmla="*/ 81631 h 2978835"/>
                  <a:gd name="connsiteX31" fmla="*/ 1289785 w 2195328"/>
                  <a:gd name="connsiteY31" fmla="*/ 100882 h 2978835"/>
                  <a:gd name="connsiteX32" fmla="*/ 1232033 w 2195328"/>
                  <a:gd name="connsiteY32" fmla="*/ 129757 h 2978835"/>
                  <a:gd name="connsiteX33" fmla="*/ 1183907 w 2195328"/>
                  <a:gd name="connsiteY33" fmla="*/ 177884 h 2978835"/>
                  <a:gd name="connsiteX34" fmla="*/ 1164656 w 2195328"/>
                  <a:gd name="connsiteY34" fmla="*/ 206760 h 2978835"/>
                  <a:gd name="connsiteX35" fmla="*/ 1106905 w 2195328"/>
                  <a:gd name="connsiteY35" fmla="*/ 245261 h 2978835"/>
                  <a:gd name="connsiteX36" fmla="*/ 1078029 w 2195328"/>
                  <a:gd name="connsiteY36" fmla="*/ 274136 h 2978835"/>
                  <a:gd name="connsiteX37" fmla="*/ 1020278 w 2195328"/>
                  <a:gd name="connsiteY37" fmla="*/ 312637 h 2978835"/>
                  <a:gd name="connsiteX38" fmla="*/ 1001027 w 2195328"/>
                  <a:gd name="connsiteY38" fmla="*/ 341513 h 2978835"/>
                  <a:gd name="connsiteX39" fmla="*/ 914400 w 2195328"/>
                  <a:gd name="connsiteY39" fmla="*/ 408890 h 2978835"/>
                  <a:gd name="connsiteX40" fmla="*/ 875899 w 2195328"/>
                  <a:gd name="connsiteY40" fmla="*/ 466642 h 2978835"/>
                  <a:gd name="connsiteX41" fmla="*/ 856648 w 2195328"/>
                  <a:gd name="connsiteY41" fmla="*/ 495517 h 2978835"/>
                  <a:gd name="connsiteX42" fmla="*/ 827772 w 2195328"/>
                  <a:gd name="connsiteY42" fmla="*/ 514768 h 2978835"/>
                  <a:gd name="connsiteX43" fmla="*/ 818147 w 2195328"/>
                  <a:gd name="connsiteY43" fmla="*/ 543644 h 2978835"/>
                  <a:gd name="connsiteX44" fmla="*/ 779646 w 2195328"/>
                  <a:gd name="connsiteY44" fmla="*/ 601395 h 2978835"/>
                  <a:gd name="connsiteX45" fmla="*/ 741145 w 2195328"/>
                  <a:gd name="connsiteY45" fmla="*/ 649522 h 2978835"/>
                  <a:gd name="connsiteX46" fmla="*/ 702644 w 2195328"/>
                  <a:gd name="connsiteY46" fmla="*/ 697648 h 2978835"/>
                  <a:gd name="connsiteX47" fmla="*/ 673768 w 2195328"/>
                  <a:gd name="connsiteY47" fmla="*/ 755400 h 2978835"/>
                  <a:gd name="connsiteX48" fmla="*/ 616016 w 2195328"/>
                  <a:gd name="connsiteY48" fmla="*/ 870903 h 2978835"/>
                  <a:gd name="connsiteX49" fmla="*/ 587141 w 2195328"/>
                  <a:gd name="connsiteY49" fmla="*/ 880528 h 2978835"/>
                  <a:gd name="connsiteX50" fmla="*/ 567890 w 2195328"/>
                  <a:gd name="connsiteY50" fmla="*/ 909404 h 2978835"/>
                  <a:gd name="connsiteX51" fmla="*/ 539014 w 2195328"/>
                  <a:gd name="connsiteY51" fmla="*/ 928654 h 2978835"/>
                  <a:gd name="connsiteX52" fmla="*/ 529389 w 2195328"/>
                  <a:gd name="connsiteY52" fmla="*/ 957530 h 2978835"/>
                  <a:gd name="connsiteX53" fmla="*/ 500513 w 2195328"/>
                  <a:gd name="connsiteY53" fmla="*/ 986406 h 2978835"/>
                  <a:gd name="connsiteX54" fmla="*/ 462012 w 2195328"/>
                  <a:gd name="connsiteY54" fmla="*/ 1044157 h 2978835"/>
                  <a:gd name="connsiteX55" fmla="*/ 442762 w 2195328"/>
                  <a:gd name="connsiteY55" fmla="*/ 1121160 h 2978835"/>
                  <a:gd name="connsiteX56" fmla="*/ 404261 w 2195328"/>
                  <a:gd name="connsiteY56" fmla="*/ 1178911 h 2978835"/>
                  <a:gd name="connsiteX57" fmla="*/ 385010 w 2195328"/>
                  <a:gd name="connsiteY57" fmla="*/ 1207787 h 2978835"/>
                  <a:gd name="connsiteX58" fmla="*/ 346509 w 2195328"/>
                  <a:gd name="connsiteY58" fmla="*/ 1323290 h 2978835"/>
                  <a:gd name="connsiteX59" fmla="*/ 336884 w 2195328"/>
                  <a:gd name="connsiteY59" fmla="*/ 1352166 h 2978835"/>
                  <a:gd name="connsiteX60" fmla="*/ 317633 w 2195328"/>
                  <a:gd name="connsiteY60" fmla="*/ 1381042 h 2978835"/>
                  <a:gd name="connsiteX61" fmla="*/ 279132 w 2195328"/>
                  <a:gd name="connsiteY61" fmla="*/ 1467669 h 2978835"/>
                  <a:gd name="connsiteX62" fmla="*/ 269507 w 2195328"/>
                  <a:gd name="connsiteY62" fmla="*/ 1496545 h 2978835"/>
                  <a:gd name="connsiteX63" fmla="*/ 221381 w 2195328"/>
                  <a:gd name="connsiteY63" fmla="*/ 1554296 h 2978835"/>
                  <a:gd name="connsiteX64" fmla="*/ 202130 w 2195328"/>
                  <a:gd name="connsiteY64" fmla="*/ 1612048 h 2978835"/>
                  <a:gd name="connsiteX65" fmla="*/ 192505 w 2195328"/>
                  <a:gd name="connsiteY65" fmla="*/ 1650549 h 2978835"/>
                  <a:gd name="connsiteX66" fmla="*/ 173254 w 2195328"/>
                  <a:gd name="connsiteY66" fmla="*/ 1708301 h 2978835"/>
                  <a:gd name="connsiteX67" fmla="*/ 154004 w 2195328"/>
                  <a:gd name="connsiteY67" fmla="*/ 1737176 h 2978835"/>
                  <a:gd name="connsiteX68" fmla="*/ 115503 w 2195328"/>
                  <a:gd name="connsiteY68" fmla="*/ 1852680 h 2978835"/>
                  <a:gd name="connsiteX69" fmla="*/ 96252 w 2195328"/>
                  <a:gd name="connsiteY69" fmla="*/ 1910431 h 2978835"/>
                  <a:gd name="connsiteX70" fmla="*/ 77002 w 2195328"/>
                  <a:gd name="connsiteY70" fmla="*/ 1939307 h 2978835"/>
                  <a:gd name="connsiteX71" fmla="*/ 48126 w 2195328"/>
                  <a:gd name="connsiteY71" fmla="*/ 2025934 h 2978835"/>
                  <a:gd name="connsiteX72" fmla="*/ 19250 w 2195328"/>
                  <a:gd name="connsiteY72" fmla="*/ 2112562 h 2978835"/>
                  <a:gd name="connsiteX73" fmla="*/ 9625 w 2195328"/>
                  <a:gd name="connsiteY73" fmla="*/ 2141437 h 2978835"/>
                  <a:gd name="connsiteX74" fmla="*/ 0 w 2195328"/>
                  <a:gd name="connsiteY74" fmla="*/ 2170313 h 2978835"/>
                  <a:gd name="connsiteX75" fmla="*/ 19250 w 2195328"/>
                  <a:gd name="connsiteY75" fmla="*/ 2285816 h 2978835"/>
                  <a:gd name="connsiteX76" fmla="*/ 38501 w 2195328"/>
                  <a:gd name="connsiteY76" fmla="*/ 2314692 h 2978835"/>
                  <a:gd name="connsiteX77" fmla="*/ 67376 w 2195328"/>
                  <a:gd name="connsiteY77" fmla="*/ 2343568 h 2978835"/>
                  <a:gd name="connsiteX78" fmla="*/ 105878 w 2195328"/>
                  <a:gd name="connsiteY78" fmla="*/ 2401320 h 2978835"/>
                  <a:gd name="connsiteX79" fmla="*/ 125128 w 2195328"/>
                  <a:gd name="connsiteY79" fmla="*/ 2430195 h 2978835"/>
                  <a:gd name="connsiteX80" fmla="*/ 211755 w 2195328"/>
                  <a:gd name="connsiteY80" fmla="*/ 2487947 h 2978835"/>
                  <a:gd name="connsiteX81" fmla="*/ 240631 w 2195328"/>
                  <a:gd name="connsiteY81" fmla="*/ 2507197 h 2978835"/>
                  <a:gd name="connsiteX82" fmla="*/ 269507 w 2195328"/>
                  <a:gd name="connsiteY82" fmla="*/ 2526448 h 2978835"/>
                  <a:gd name="connsiteX83" fmla="*/ 336884 w 2195328"/>
                  <a:gd name="connsiteY83" fmla="*/ 2603450 h 2978835"/>
                  <a:gd name="connsiteX84" fmla="*/ 375385 w 2195328"/>
                  <a:gd name="connsiteY84" fmla="*/ 2641951 h 2978835"/>
                  <a:gd name="connsiteX85" fmla="*/ 462012 w 2195328"/>
                  <a:gd name="connsiteY85" fmla="*/ 2680452 h 2978835"/>
                  <a:gd name="connsiteX86" fmla="*/ 558265 w 2195328"/>
                  <a:gd name="connsiteY86" fmla="*/ 2709328 h 2978835"/>
                  <a:gd name="connsiteX87" fmla="*/ 616016 w 2195328"/>
                  <a:gd name="connsiteY87" fmla="*/ 2738204 h 2978835"/>
                  <a:gd name="connsiteX88" fmla="*/ 644892 w 2195328"/>
                  <a:gd name="connsiteY88" fmla="*/ 2767080 h 2978835"/>
                  <a:gd name="connsiteX89" fmla="*/ 683393 w 2195328"/>
                  <a:gd name="connsiteY89" fmla="*/ 2824831 h 2978835"/>
                  <a:gd name="connsiteX90" fmla="*/ 770021 w 2195328"/>
                  <a:gd name="connsiteY90" fmla="*/ 2853707 h 2978835"/>
                  <a:gd name="connsiteX91" fmla="*/ 798896 w 2195328"/>
                  <a:gd name="connsiteY91" fmla="*/ 2863332 h 2978835"/>
                  <a:gd name="connsiteX92" fmla="*/ 827772 w 2195328"/>
                  <a:gd name="connsiteY92" fmla="*/ 2882583 h 2978835"/>
                  <a:gd name="connsiteX93" fmla="*/ 856648 w 2195328"/>
                  <a:gd name="connsiteY93" fmla="*/ 2892208 h 2978835"/>
                  <a:gd name="connsiteX94" fmla="*/ 933650 w 2195328"/>
                  <a:gd name="connsiteY94" fmla="*/ 2911458 h 2978835"/>
                  <a:gd name="connsiteX95" fmla="*/ 1020278 w 2195328"/>
                  <a:gd name="connsiteY95" fmla="*/ 2940334 h 2978835"/>
                  <a:gd name="connsiteX96" fmla="*/ 1106905 w 2195328"/>
                  <a:gd name="connsiteY96" fmla="*/ 2969210 h 2978835"/>
                  <a:gd name="connsiteX97" fmla="*/ 1135781 w 2195328"/>
                  <a:gd name="connsiteY97" fmla="*/ 2978835 h 2978835"/>
                  <a:gd name="connsiteX98" fmla="*/ 1597793 w 2195328"/>
                  <a:gd name="connsiteY98" fmla="*/ 2969210 h 2978835"/>
                  <a:gd name="connsiteX99" fmla="*/ 1751798 w 2195328"/>
                  <a:gd name="connsiteY99" fmla="*/ 2959585 h 2978835"/>
                  <a:gd name="connsiteX100" fmla="*/ 1809549 w 2195328"/>
                  <a:gd name="connsiteY100" fmla="*/ 2940334 h 2978835"/>
                  <a:gd name="connsiteX101" fmla="*/ 1848050 w 2195328"/>
                  <a:gd name="connsiteY101" fmla="*/ 2930709 h 2978835"/>
                  <a:gd name="connsiteX102" fmla="*/ 1896176 w 2195328"/>
                  <a:gd name="connsiteY102" fmla="*/ 2921084 h 2978835"/>
                  <a:gd name="connsiteX103" fmla="*/ 1953928 w 2195328"/>
                  <a:gd name="connsiteY103" fmla="*/ 2901833 h 2978835"/>
                  <a:gd name="connsiteX104" fmla="*/ 2040555 w 2195328"/>
                  <a:gd name="connsiteY104" fmla="*/ 2872957 h 2978835"/>
                  <a:gd name="connsiteX105" fmla="*/ 2069431 w 2195328"/>
                  <a:gd name="connsiteY105" fmla="*/ 2863332 h 2978835"/>
                  <a:gd name="connsiteX106" fmla="*/ 2117558 w 2195328"/>
                  <a:gd name="connsiteY106" fmla="*/ 2815206 h 2978835"/>
                  <a:gd name="connsiteX107" fmla="*/ 2165684 w 2195328"/>
                  <a:gd name="connsiteY107" fmla="*/ 2776705 h 2978835"/>
                  <a:gd name="connsiteX108" fmla="*/ 2175309 w 2195328"/>
                  <a:gd name="connsiteY108" fmla="*/ 2747829 h 2978835"/>
                  <a:gd name="connsiteX109" fmla="*/ 2194560 w 2195328"/>
                  <a:gd name="connsiteY109" fmla="*/ 2718953 h 2978835"/>
                  <a:gd name="connsiteX110" fmla="*/ 2184934 w 2195328"/>
                  <a:gd name="connsiteY110" fmla="*/ 2074061 h 2978835"/>
                  <a:gd name="connsiteX111" fmla="*/ 2175309 w 2195328"/>
                  <a:gd name="connsiteY111" fmla="*/ 2025934 h 2978835"/>
                  <a:gd name="connsiteX112" fmla="*/ 2165684 w 2195328"/>
                  <a:gd name="connsiteY112" fmla="*/ 1997058 h 2978835"/>
                  <a:gd name="connsiteX113" fmla="*/ 2156059 w 2195328"/>
                  <a:gd name="connsiteY113" fmla="*/ 1900806 h 2978835"/>
                  <a:gd name="connsiteX114" fmla="*/ 2146433 w 2195328"/>
                  <a:gd name="connsiteY114" fmla="*/ 1852680 h 2978835"/>
                  <a:gd name="connsiteX115" fmla="*/ 2127183 w 2195328"/>
                  <a:gd name="connsiteY115" fmla="*/ 1766052 h 2978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2195328" h="2978835">
                    <a:moveTo>
                      <a:pt x="2127183" y="1766052"/>
                    </a:moveTo>
                    <a:cubicBezTo>
                      <a:pt x="2122371" y="1738780"/>
                      <a:pt x="2120977" y="1714690"/>
                      <a:pt x="2117558" y="1689050"/>
                    </a:cubicBezTo>
                    <a:cubicBezTo>
                      <a:pt x="2114560" y="1666562"/>
                      <a:pt x="2109986" y="1644267"/>
                      <a:pt x="2107932" y="1621673"/>
                    </a:cubicBezTo>
                    <a:cubicBezTo>
                      <a:pt x="2106196" y="1602579"/>
                      <a:pt x="2111758" y="1494569"/>
                      <a:pt x="2088682" y="1448418"/>
                    </a:cubicBezTo>
                    <a:cubicBezTo>
                      <a:pt x="2083509" y="1438071"/>
                      <a:pt x="2076837" y="1428430"/>
                      <a:pt x="2069431" y="1419543"/>
                    </a:cubicBezTo>
                    <a:cubicBezTo>
                      <a:pt x="2060717" y="1409086"/>
                      <a:pt x="2050180" y="1400292"/>
                      <a:pt x="2040555" y="1390667"/>
                    </a:cubicBezTo>
                    <a:cubicBezTo>
                      <a:pt x="2034138" y="1377833"/>
                      <a:pt x="2028424" y="1364624"/>
                      <a:pt x="2021305" y="1352166"/>
                    </a:cubicBezTo>
                    <a:cubicBezTo>
                      <a:pt x="2015566" y="1342122"/>
                      <a:pt x="2007227" y="1333637"/>
                      <a:pt x="2002054" y="1323290"/>
                    </a:cubicBezTo>
                    <a:cubicBezTo>
                      <a:pt x="1997517" y="1314215"/>
                      <a:pt x="1996966" y="1303489"/>
                      <a:pt x="1992429" y="1294414"/>
                    </a:cubicBezTo>
                    <a:cubicBezTo>
                      <a:pt x="1987256" y="1284067"/>
                      <a:pt x="1977877" y="1276109"/>
                      <a:pt x="1973179" y="1265538"/>
                    </a:cubicBezTo>
                    <a:cubicBezTo>
                      <a:pt x="1964938" y="1246995"/>
                      <a:pt x="1953928" y="1207787"/>
                      <a:pt x="1953928" y="1207787"/>
                    </a:cubicBezTo>
                    <a:cubicBezTo>
                      <a:pt x="1950720" y="1172494"/>
                      <a:pt x="1944303" y="1137347"/>
                      <a:pt x="1944303" y="1101909"/>
                    </a:cubicBezTo>
                    <a:cubicBezTo>
                      <a:pt x="1944303" y="1054821"/>
                      <a:pt x="1953258" y="980130"/>
                      <a:pt x="1963553" y="928654"/>
                    </a:cubicBezTo>
                    <a:cubicBezTo>
                      <a:pt x="1966147" y="915682"/>
                      <a:pt x="1969970" y="902987"/>
                      <a:pt x="1973179" y="890153"/>
                    </a:cubicBezTo>
                    <a:cubicBezTo>
                      <a:pt x="1976387" y="822776"/>
                      <a:pt x="1977202" y="755243"/>
                      <a:pt x="1982804" y="688023"/>
                    </a:cubicBezTo>
                    <a:cubicBezTo>
                      <a:pt x="1983647" y="677912"/>
                      <a:pt x="1992429" y="669293"/>
                      <a:pt x="1992429" y="659147"/>
                    </a:cubicBezTo>
                    <a:cubicBezTo>
                      <a:pt x="1992429" y="585284"/>
                      <a:pt x="1988260" y="511428"/>
                      <a:pt x="1982804" y="437766"/>
                    </a:cubicBezTo>
                    <a:cubicBezTo>
                      <a:pt x="1981299" y="417449"/>
                      <a:pt x="1969247" y="390319"/>
                      <a:pt x="1963553" y="370389"/>
                    </a:cubicBezTo>
                    <a:cubicBezTo>
                      <a:pt x="1959919" y="357669"/>
                      <a:pt x="1957729" y="344559"/>
                      <a:pt x="1953928" y="331888"/>
                    </a:cubicBezTo>
                    <a:cubicBezTo>
                      <a:pt x="1953894" y="331775"/>
                      <a:pt x="1929884" y="259755"/>
                      <a:pt x="1925052" y="245261"/>
                    </a:cubicBezTo>
                    <a:lnTo>
                      <a:pt x="1896176" y="158633"/>
                    </a:lnTo>
                    <a:cubicBezTo>
                      <a:pt x="1892968" y="149008"/>
                      <a:pt x="1894993" y="135385"/>
                      <a:pt x="1886551" y="129757"/>
                    </a:cubicBezTo>
                    <a:lnTo>
                      <a:pt x="1828800" y="91256"/>
                    </a:lnTo>
                    <a:lnTo>
                      <a:pt x="1799924" y="72006"/>
                    </a:lnTo>
                    <a:cubicBezTo>
                      <a:pt x="1790299" y="65589"/>
                      <a:pt x="1782023" y="56413"/>
                      <a:pt x="1771048" y="52755"/>
                    </a:cubicBezTo>
                    <a:lnTo>
                      <a:pt x="1713296" y="33505"/>
                    </a:lnTo>
                    <a:cubicBezTo>
                      <a:pt x="1703671" y="27088"/>
                      <a:pt x="1694768" y="19427"/>
                      <a:pt x="1684421" y="14254"/>
                    </a:cubicBezTo>
                    <a:cubicBezTo>
                      <a:pt x="1621817" y="-17049"/>
                      <a:pt x="1493288" y="12742"/>
                      <a:pt x="1463040" y="14254"/>
                    </a:cubicBezTo>
                    <a:cubicBezTo>
                      <a:pt x="1380285" y="69425"/>
                      <a:pt x="1484989" y="3279"/>
                      <a:pt x="1405288" y="43130"/>
                    </a:cubicBezTo>
                    <a:cubicBezTo>
                      <a:pt x="1394941" y="48303"/>
                      <a:pt x="1386983" y="57683"/>
                      <a:pt x="1376412" y="62381"/>
                    </a:cubicBezTo>
                    <a:cubicBezTo>
                      <a:pt x="1357869" y="70622"/>
                      <a:pt x="1318661" y="81631"/>
                      <a:pt x="1318661" y="81631"/>
                    </a:cubicBezTo>
                    <a:cubicBezTo>
                      <a:pt x="1309036" y="88048"/>
                      <a:pt x="1300132" y="95709"/>
                      <a:pt x="1289785" y="100882"/>
                    </a:cubicBezTo>
                    <a:cubicBezTo>
                      <a:pt x="1210076" y="140737"/>
                      <a:pt x="1314797" y="74583"/>
                      <a:pt x="1232033" y="129757"/>
                    </a:cubicBezTo>
                    <a:cubicBezTo>
                      <a:pt x="1180703" y="206755"/>
                      <a:pt x="1248072" y="113719"/>
                      <a:pt x="1183907" y="177884"/>
                    </a:cubicBezTo>
                    <a:cubicBezTo>
                      <a:pt x="1175727" y="186064"/>
                      <a:pt x="1173362" y="199142"/>
                      <a:pt x="1164656" y="206760"/>
                    </a:cubicBezTo>
                    <a:cubicBezTo>
                      <a:pt x="1147244" y="221995"/>
                      <a:pt x="1123265" y="228902"/>
                      <a:pt x="1106905" y="245261"/>
                    </a:cubicBezTo>
                    <a:cubicBezTo>
                      <a:pt x="1097280" y="254886"/>
                      <a:pt x="1088774" y="265779"/>
                      <a:pt x="1078029" y="274136"/>
                    </a:cubicBezTo>
                    <a:cubicBezTo>
                      <a:pt x="1059766" y="288340"/>
                      <a:pt x="1020278" y="312637"/>
                      <a:pt x="1020278" y="312637"/>
                    </a:cubicBezTo>
                    <a:cubicBezTo>
                      <a:pt x="1013861" y="322262"/>
                      <a:pt x="1009733" y="333895"/>
                      <a:pt x="1001027" y="341513"/>
                    </a:cubicBezTo>
                    <a:cubicBezTo>
                      <a:pt x="950392" y="385818"/>
                      <a:pt x="948784" y="364681"/>
                      <a:pt x="914400" y="408890"/>
                    </a:cubicBezTo>
                    <a:cubicBezTo>
                      <a:pt x="900196" y="427153"/>
                      <a:pt x="888733" y="447391"/>
                      <a:pt x="875899" y="466642"/>
                    </a:cubicBezTo>
                    <a:cubicBezTo>
                      <a:pt x="869482" y="476267"/>
                      <a:pt x="866273" y="489100"/>
                      <a:pt x="856648" y="495517"/>
                    </a:cubicBezTo>
                    <a:lnTo>
                      <a:pt x="827772" y="514768"/>
                    </a:lnTo>
                    <a:cubicBezTo>
                      <a:pt x="824564" y="524393"/>
                      <a:pt x="823074" y="534775"/>
                      <a:pt x="818147" y="543644"/>
                    </a:cubicBezTo>
                    <a:cubicBezTo>
                      <a:pt x="806911" y="563869"/>
                      <a:pt x="779646" y="601395"/>
                      <a:pt x="779646" y="601395"/>
                    </a:cubicBezTo>
                    <a:cubicBezTo>
                      <a:pt x="755454" y="673973"/>
                      <a:pt x="790901" y="587327"/>
                      <a:pt x="741145" y="649522"/>
                    </a:cubicBezTo>
                    <a:cubicBezTo>
                      <a:pt x="688011" y="715939"/>
                      <a:pt x="785401" y="642476"/>
                      <a:pt x="702644" y="697648"/>
                    </a:cubicBezTo>
                    <a:cubicBezTo>
                      <a:pt x="667543" y="802953"/>
                      <a:pt x="723523" y="643451"/>
                      <a:pt x="673768" y="755400"/>
                    </a:cubicBezTo>
                    <a:cubicBezTo>
                      <a:pt x="663368" y="778800"/>
                      <a:pt x="647341" y="860461"/>
                      <a:pt x="616016" y="870903"/>
                    </a:cubicBezTo>
                    <a:lnTo>
                      <a:pt x="587141" y="880528"/>
                    </a:lnTo>
                    <a:cubicBezTo>
                      <a:pt x="580724" y="890153"/>
                      <a:pt x="576070" y="901224"/>
                      <a:pt x="567890" y="909404"/>
                    </a:cubicBezTo>
                    <a:cubicBezTo>
                      <a:pt x="559710" y="917584"/>
                      <a:pt x="546241" y="919621"/>
                      <a:pt x="539014" y="928654"/>
                    </a:cubicBezTo>
                    <a:cubicBezTo>
                      <a:pt x="532676" y="936577"/>
                      <a:pt x="535017" y="949088"/>
                      <a:pt x="529389" y="957530"/>
                    </a:cubicBezTo>
                    <a:cubicBezTo>
                      <a:pt x="521838" y="968856"/>
                      <a:pt x="508870" y="975661"/>
                      <a:pt x="500513" y="986406"/>
                    </a:cubicBezTo>
                    <a:cubicBezTo>
                      <a:pt x="486309" y="1004668"/>
                      <a:pt x="462012" y="1044157"/>
                      <a:pt x="462012" y="1044157"/>
                    </a:cubicBezTo>
                    <a:cubicBezTo>
                      <a:pt x="459346" y="1057489"/>
                      <a:pt x="452011" y="1104512"/>
                      <a:pt x="442762" y="1121160"/>
                    </a:cubicBezTo>
                    <a:cubicBezTo>
                      <a:pt x="431526" y="1141385"/>
                      <a:pt x="417095" y="1159661"/>
                      <a:pt x="404261" y="1178911"/>
                    </a:cubicBezTo>
                    <a:lnTo>
                      <a:pt x="385010" y="1207787"/>
                    </a:lnTo>
                    <a:lnTo>
                      <a:pt x="346509" y="1323290"/>
                    </a:lnTo>
                    <a:cubicBezTo>
                      <a:pt x="343301" y="1332915"/>
                      <a:pt x="342512" y="1343724"/>
                      <a:pt x="336884" y="1352166"/>
                    </a:cubicBezTo>
                    <a:lnTo>
                      <a:pt x="317633" y="1381042"/>
                    </a:lnTo>
                    <a:cubicBezTo>
                      <a:pt x="294725" y="1449768"/>
                      <a:pt x="309639" y="1421909"/>
                      <a:pt x="279132" y="1467669"/>
                    </a:cubicBezTo>
                    <a:cubicBezTo>
                      <a:pt x="275924" y="1477294"/>
                      <a:pt x="274044" y="1487470"/>
                      <a:pt x="269507" y="1496545"/>
                    </a:cubicBezTo>
                    <a:cubicBezTo>
                      <a:pt x="256107" y="1523345"/>
                      <a:pt x="242667" y="1533010"/>
                      <a:pt x="221381" y="1554296"/>
                    </a:cubicBezTo>
                    <a:cubicBezTo>
                      <a:pt x="214964" y="1573547"/>
                      <a:pt x="207051" y="1592362"/>
                      <a:pt x="202130" y="1612048"/>
                    </a:cubicBezTo>
                    <a:cubicBezTo>
                      <a:pt x="198922" y="1624882"/>
                      <a:pt x="196306" y="1637878"/>
                      <a:pt x="192505" y="1650549"/>
                    </a:cubicBezTo>
                    <a:cubicBezTo>
                      <a:pt x="186674" y="1669985"/>
                      <a:pt x="184510" y="1691417"/>
                      <a:pt x="173254" y="1708301"/>
                    </a:cubicBezTo>
                    <a:lnTo>
                      <a:pt x="154004" y="1737176"/>
                    </a:lnTo>
                    <a:lnTo>
                      <a:pt x="115503" y="1852680"/>
                    </a:lnTo>
                    <a:cubicBezTo>
                      <a:pt x="115502" y="1852684"/>
                      <a:pt x="96254" y="1910428"/>
                      <a:pt x="96252" y="1910431"/>
                    </a:cubicBezTo>
                    <a:cubicBezTo>
                      <a:pt x="89835" y="1920056"/>
                      <a:pt x="81700" y="1928736"/>
                      <a:pt x="77002" y="1939307"/>
                    </a:cubicBezTo>
                    <a:cubicBezTo>
                      <a:pt x="76996" y="1939321"/>
                      <a:pt x="52941" y="2011489"/>
                      <a:pt x="48126" y="2025934"/>
                    </a:cubicBezTo>
                    <a:lnTo>
                      <a:pt x="19250" y="2112562"/>
                    </a:lnTo>
                    <a:lnTo>
                      <a:pt x="9625" y="2141437"/>
                    </a:lnTo>
                    <a:lnTo>
                      <a:pt x="0" y="2170313"/>
                    </a:lnTo>
                    <a:cubicBezTo>
                      <a:pt x="3049" y="2197758"/>
                      <a:pt x="3125" y="2253566"/>
                      <a:pt x="19250" y="2285816"/>
                    </a:cubicBezTo>
                    <a:cubicBezTo>
                      <a:pt x="24424" y="2296163"/>
                      <a:pt x="31095" y="2305805"/>
                      <a:pt x="38501" y="2314692"/>
                    </a:cubicBezTo>
                    <a:cubicBezTo>
                      <a:pt x="47215" y="2325149"/>
                      <a:pt x="59019" y="2332823"/>
                      <a:pt x="67376" y="2343568"/>
                    </a:cubicBezTo>
                    <a:cubicBezTo>
                      <a:pt x="81580" y="2361831"/>
                      <a:pt x="93044" y="2382069"/>
                      <a:pt x="105878" y="2401320"/>
                    </a:cubicBezTo>
                    <a:cubicBezTo>
                      <a:pt x="112295" y="2410945"/>
                      <a:pt x="115503" y="2423778"/>
                      <a:pt x="125128" y="2430195"/>
                    </a:cubicBezTo>
                    <a:lnTo>
                      <a:pt x="211755" y="2487947"/>
                    </a:lnTo>
                    <a:lnTo>
                      <a:pt x="240631" y="2507197"/>
                    </a:lnTo>
                    <a:lnTo>
                      <a:pt x="269507" y="2526448"/>
                    </a:lnTo>
                    <a:cubicBezTo>
                      <a:pt x="314425" y="2593825"/>
                      <a:pt x="288757" y="2571367"/>
                      <a:pt x="336884" y="2603450"/>
                    </a:cubicBezTo>
                    <a:cubicBezTo>
                      <a:pt x="352284" y="2649652"/>
                      <a:pt x="334317" y="2621417"/>
                      <a:pt x="375385" y="2641951"/>
                    </a:cubicBezTo>
                    <a:cubicBezTo>
                      <a:pt x="438592" y="2673555"/>
                      <a:pt x="362682" y="2655620"/>
                      <a:pt x="462012" y="2680452"/>
                    </a:cubicBezTo>
                    <a:cubicBezTo>
                      <a:pt x="483536" y="2685833"/>
                      <a:pt x="544202" y="2699953"/>
                      <a:pt x="558265" y="2709328"/>
                    </a:cubicBezTo>
                    <a:cubicBezTo>
                      <a:pt x="595583" y="2734206"/>
                      <a:pt x="576167" y="2724920"/>
                      <a:pt x="616016" y="2738204"/>
                    </a:cubicBezTo>
                    <a:cubicBezTo>
                      <a:pt x="625641" y="2747829"/>
                      <a:pt x="636535" y="2756335"/>
                      <a:pt x="644892" y="2767080"/>
                    </a:cubicBezTo>
                    <a:cubicBezTo>
                      <a:pt x="659096" y="2785342"/>
                      <a:pt x="661444" y="2817515"/>
                      <a:pt x="683393" y="2824831"/>
                    </a:cubicBezTo>
                    <a:lnTo>
                      <a:pt x="770021" y="2853707"/>
                    </a:lnTo>
                    <a:lnTo>
                      <a:pt x="798896" y="2863332"/>
                    </a:lnTo>
                    <a:cubicBezTo>
                      <a:pt x="808521" y="2869749"/>
                      <a:pt x="817425" y="2877410"/>
                      <a:pt x="827772" y="2882583"/>
                    </a:cubicBezTo>
                    <a:cubicBezTo>
                      <a:pt x="836847" y="2887120"/>
                      <a:pt x="846860" y="2889538"/>
                      <a:pt x="856648" y="2892208"/>
                    </a:cubicBezTo>
                    <a:cubicBezTo>
                      <a:pt x="882173" y="2899169"/>
                      <a:pt x="908551" y="2903091"/>
                      <a:pt x="933650" y="2911458"/>
                    </a:cubicBezTo>
                    <a:lnTo>
                      <a:pt x="1020278" y="2940334"/>
                    </a:lnTo>
                    <a:lnTo>
                      <a:pt x="1106905" y="2969210"/>
                    </a:lnTo>
                    <a:lnTo>
                      <a:pt x="1135781" y="2978835"/>
                    </a:lnTo>
                    <a:lnTo>
                      <a:pt x="1597793" y="2969210"/>
                    </a:lnTo>
                    <a:cubicBezTo>
                      <a:pt x="1649203" y="2967603"/>
                      <a:pt x="1700834" y="2966535"/>
                      <a:pt x="1751798" y="2959585"/>
                    </a:cubicBezTo>
                    <a:cubicBezTo>
                      <a:pt x="1771904" y="2956843"/>
                      <a:pt x="1789863" y="2945255"/>
                      <a:pt x="1809549" y="2940334"/>
                    </a:cubicBezTo>
                    <a:cubicBezTo>
                      <a:pt x="1822383" y="2937126"/>
                      <a:pt x="1835136" y="2933579"/>
                      <a:pt x="1848050" y="2930709"/>
                    </a:cubicBezTo>
                    <a:cubicBezTo>
                      <a:pt x="1864020" y="2927160"/>
                      <a:pt x="1880393" y="2925389"/>
                      <a:pt x="1896176" y="2921084"/>
                    </a:cubicBezTo>
                    <a:cubicBezTo>
                      <a:pt x="1915753" y="2915745"/>
                      <a:pt x="1934677" y="2908250"/>
                      <a:pt x="1953928" y="2901833"/>
                    </a:cubicBezTo>
                    <a:lnTo>
                      <a:pt x="2040555" y="2872957"/>
                    </a:lnTo>
                    <a:lnTo>
                      <a:pt x="2069431" y="2863332"/>
                    </a:lnTo>
                    <a:cubicBezTo>
                      <a:pt x="2120770" y="2786325"/>
                      <a:pt x="2053386" y="2879378"/>
                      <a:pt x="2117558" y="2815206"/>
                    </a:cubicBezTo>
                    <a:cubicBezTo>
                      <a:pt x="2161096" y="2771668"/>
                      <a:pt x="2109468" y="2795443"/>
                      <a:pt x="2165684" y="2776705"/>
                    </a:cubicBezTo>
                    <a:cubicBezTo>
                      <a:pt x="2168892" y="2767080"/>
                      <a:pt x="2170772" y="2756904"/>
                      <a:pt x="2175309" y="2747829"/>
                    </a:cubicBezTo>
                    <a:cubicBezTo>
                      <a:pt x="2180482" y="2737482"/>
                      <a:pt x="2194395" y="2730520"/>
                      <a:pt x="2194560" y="2718953"/>
                    </a:cubicBezTo>
                    <a:cubicBezTo>
                      <a:pt x="2197631" y="2503987"/>
                      <a:pt x="2190904" y="2288966"/>
                      <a:pt x="2184934" y="2074061"/>
                    </a:cubicBezTo>
                    <a:cubicBezTo>
                      <a:pt x="2184480" y="2057707"/>
                      <a:pt x="2179277" y="2041806"/>
                      <a:pt x="2175309" y="2025934"/>
                    </a:cubicBezTo>
                    <a:cubicBezTo>
                      <a:pt x="2172848" y="2016091"/>
                      <a:pt x="2168892" y="2006683"/>
                      <a:pt x="2165684" y="1997058"/>
                    </a:cubicBezTo>
                    <a:cubicBezTo>
                      <a:pt x="2162476" y="1964974"/>
                      <a:pt x="2160321" y="1932767"/>
                      <a:pt x="2156059" y="1900806"/>
                    </a:cubicBezTo>
                    <a:cubicBezTo>
                      <a:pt x="2153897" y="1884590"/>
                      <a:pt x="2147521" y="1869004"/>
                      <a:pt x="2146433" y="1852680"/>
                    </a:cubicBezTo>
                    <a:cubicBezTo>
                      <a:pt x="2144299" y="1820667"/>
                      <a:pt x="2131995" y="1793324"/>
                      <a:pt x="2127183" y="1766052"/>
                    </a:cubicBezTo>
                    <a:close/>
                  </a:path>
                </a:pathLst>
              </a:custGeom>
              <a:solidFill>
                <a:srgbClr val="EF3F31"/>
              </a:solidFill>
              <a:ln>
                <a:solidFill>
                  <a:srgbClr val="F4726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Freeform: Shape 5">
                <a:extLst>
                  <a:ext uri="{FF2B5EF4-FFF2-40B4-BE49-F238E27FC236}">
                    <a16:creationId xmlns:a16="http://schemas.microsoft.com/office/drawing/2014/main" id="{1FEEF8D4-308B-407C-99BD-C50596F7D8C5}"/>
                  </a:ext>
                </a:extLst>
              </p:cNvPr>
              <p:cNvSpPr/>
              <p:nvPr/>
            </p:nvSpPr>
            <p:spPr>
              <a:xfrm>
                <a:off x="3089710" y="3615873"/>
                <a:ext cx="2175962" cy="1821025"/>
              </a:xfrm>
              <a:custGeom>
                <a:avLst/>
                <a:gdLst>
                  <a:gd name="connsiteX0" fmla="*/ 2156059 w 2175962"/>
                  <a:gd name="connsiteY0" fmla="*/ 436362 h 1821025"/>
                  <a:gd name="connsiteX1" fmla="*/ 2165684 w 2175962"/>
                  <a:gd name="connsiteY1" fmla="*/ 686619 h 1821025"/>
                  <a:gd name="connsiteX2" fmla="*/ 2175309 w 2175962"/>
                  <a:gd name="connsiteY2" fmla="*/ 715495 h 1821025"/>
                  <a:gd name="connsiteX3" fmla="*/ 2156059 w 2175962"/>
                  <a:gd name="connsiteY3" fmla="*/ 1033129 h 1821025"/>
                  <a:gd name="connsiteX4" fmla="*/ 2136808 w 2175962"/>
                  <a:gd name="connsiteY4" fmla="*/ 1148632 h 1821025"/>
                  <a:gd name="connsiteX5" fmla="*/ 2107932 w 2175962"/>
                  <a:gd name="connsiteY5" fmla="*/ 1206383 h 1821025"/>
                  <a:gd name="connsiteX6" fmla="*/ 2079057 w 2175962"/>
                  <a:gd name="connsiteY6" fmla="*/ 1225634 h 1821025"/>
                  <a:gd name="connsiteX7" fmla="*/ 2030930 w 2175962"/>
                  <a:gd name="connsiteY7" fmla="*/ 1302636 h 1821025"/>
                  <a:gd name="connsiteX8" fmla="*/ 2011680 w 2175962"/>
                  <a:gd name="connsiteY8" fmla="*/ 1331512 h 1821025"/>
                  <a:gd name="connsiteX9" fmla="*/ 1982804 w 2175962"/>
                  <a:gd name="connsiteY9" fmla="*/ 1341137 h 1821025"/>
                  <a:gd name="connsiteX10" fmla="*/ 1953928 w 2175962"/>
                  <a:gd name="connsiteY10" fmla="*/ 1360388 h 1821025"/>
                  <a:gd name="connsiteX11" fmla="*/ 1886551 w 2175962"/>
                  <a:gd name="connsiteY11" fmla="*/ 1447015 h 1821025"/>
                  <a:gd name="connsiteX12" fmla="*/ 1867301 w 2175962"/>
                  <a:gd name="connsiteY12" fmla="*/ 1475891 h 1821025"/>
                  <a:gd name="connsiteX13" fmla="*/ 1809549 w 2175962"/>
                  <a:gd name="connsiteY13" fmla="*/ 1514392 h 1821025"/>
                  <a:gd name="connsiteX14" fmla="*/ 1780673 w 2175962"/>
                  <a:gd name="connsiteY14" fmla="*/ 1533642 h 1821025"/>
                  <a:gd name="connsiteX15" fmla="*/ 1722922 w 2175962"/>
                  <a:gd name="connsiteY15" fmla="*/ 1581769 h 1821025"/>
                  <a:gd name="connsiteX16" fmla="*/ 1674795 w 2175962"/>
                  <a:gd name="connsiteY16" fmla="*/ 1620270 h 1821025"/>
                  <a:gd name="connsiteX17" fmla="*/ 1645920 w 2175962"/>
                  <a:gd name="connsiteY17" fmla="*/ 1639520 h 1821025"/>
                  <a:gd name="connsiteX18" fmla="*/ 1588168 w 2175962"/>
                  <a:gd name="connsiteY18" fmla="*/ 1658771 h 1821025"/>
                  <a:gd name="connsiteX19" fmla="*/ 1559292 w 2175962"/>
                  <a:gd name="connsiteY19" fmla="*/ 1678021 h 1821025"/>
                  <a:gd name="connsiteX20" fmla="*/ 1463040 w 2175962"/>
                  <a:gd name="connsiteY20" fmla="*/ 1706897 h 1821025"/>
                  <a:gd name="connsiteX21" fmla="*/ 1405288 w 2175962"/>
                  <a:gd name="connsiteY21" fmla="*/ 1726148 h 1821025"/>
                  <a:gd name="connsiteX22" fmla="*/ 1347537 w 2175962"/>
                  <a:gd name="connsiteY22" fmla="*/ 1755023 h 1821025"/>
                  <a:gd name="connsiteX23" fmla="*/ 1241659 w 2175962"/>
                  <a:gd name="connsiteY23" fmla="*/ 1774274 h 1821025"/>
                  <a:gd name="connsiteX24" fmla="*/ 1212783 w 2175962"/>
                  <a:gd name="connsiteY24" fmla="*/ 1783899 h 1821025"/>
                  <a:gd name="connsiteX25" fmla="*/ 1020278 w 2175962"/>
                  <a:gd name="connsiteY25" fmla="*/ 1793524 h 1821025"/>
                  <a:gd name="connsiteX26" fmla="*/ 981777 w 2175962"/>
                  <a:gd name="connsiteY26" fmla="*/ 1735773 h 1821025"/>
                  <a:gd name="connsiteX27" fmla="*/ 952901 w 2175962"/>
                  <a:gd name="connsiteY27" fmla="*/ 1726148 h 1821025"/>
                  <a:gd name="connsiteX28" fmla="*/ 933650 w 2175962"/>
                  <a:gd name="connsiteY28" fmla="*/ 1697272 h 1821025"/>
                  <a:gd name="connsiteX29" fmla="*/ 924025 w 2175962"/>
                  <a:gd name="connsiteY29" fmla="*/ 1668396 h 1821025"/>
                  <a:gd name="connsiteX30" fmla="*/ 895149 w 2175962"/>
                  <a:gd name="connsiteY30" fmla="*/ 1649145 h 1821025"/>
                  <a:gd name="connsiteX31" fmla="*/ 875899 w 2175962"/>
                  <a:gd name="connsiteY31" fmla="*/ 1620270 h 1821025"/>
                  <a:gd name="connsiteX32" fmla="*/ 866273 w 2175962"/>
                  <a:gd name="connsiteY32" fmla="*/ 1591394 h 1821025"/>
                  <a:gd name="connsiteX33" fmla="*/ 808522 w 2175962"/>
                  <a:gd name="connsiteY33" fmla="*/ 1562518 h 1821025"/>
                  <a:gd name="connsiteX34" fmla="*/ 779646 w 2175962"/>
                  <a:gd name="connsiteY34" fmla="*/ 1543268 h 1821025"/>
                  <a:gd name="connsiteX35" fmla="*/ 721894 w 2175962"/>
                  <a:gd name="connsiteY35" fmla="*/ 1456640 h 1821025"/>
                  <a:gd name="connsiteX36" fmla="*/ 702644 w 2175962"/>
                  <a:gd name="connsiteY36" fmla="*/ 1427764 h 1821025"/>
                  <a:gd name="connsiteX37" fmla="*/ 673768 w 2175962"/>
                  <a:gd name="connsiteY37" fmla="*/ 1418139 h 1821025"/>
                  <a:gd name="connsiteX38" fmla="*/ 644892 w 2175962"/>
                  <a:gd name="connsiteY38" fmla="*/ 1389263 h 1821025"/>
                  <a:gd name="connsiteX39" fmla="*/ 606391 w 2175962"/>
                  <a:gd name="connsiteY39" fmla="*/ 1331512 h 1821025"/>
                  <a:gd name="connsiteX40" fmla="*/ 567890 w 2175962"/>
                  <a:gd name="connsiteY40" fmla="*/ 1283385 h 1821025"/>
                  <a:gd name="connsiteX41" fmla="*/ 558265 w 2175962"/>
                  <a:gd name="connsiteY41" fmla="*/ 1254510 h 1821025"/>
                  <a:gd name="connsiteX42" fmla="*/ 510139 w 2175962"/>
                  <a:gd name="connsiteY42" fmla="*/ 1206383 h 1821025"/>
                  <a:gd name="connsiteX43" fmla="*/ 490888 w 2175962"/>
                  <a:gd name="connsiteY43" fmla="*/ 1148632 h 1821025"/>
                  <a:gd name="connsiteX44" fmla="*/ 481263 w 2175962"/>
                  <a:gd name="connsiteY44" fmla="*/ 1119756 h 1821025"/>
                  <a:gd name="connsiteX45" fmla="*/ 452387 w 2175962"/>
                  <a:gd name="connsiteY45" fmla="*/ 1110131 h 1821025"/>
                  <a:gd name="connsiteX46" fmla="*/ 433137 w 2175962"/>
                  <a:gd name="connsiteY46" fmla="*/ 1081255 h 1821025"/>
                  <a:gd name="connsiteX47" fmla="*/ 404261 w 2175962"/>
                  <a:gd name="connsiteY47" fmla="*/ 1062004 h 1821025"/>
                  <a:gd name="connsiteX48" fmla="*/ 394635 w 2175962"/>
                  <a:gd name="connsiteY48" fmla="*/ 1033129 h 1821025"/>
                  <a:gd name="connsiteX49" fmla="*/ 365760 w 2175962"/>
                  <a:gd name="connsiteY49" fmla="*/ 975377 h 1821025"/>
                  <a:gd name="connsiteX50" fmla="*/ 356134 w 2175962"/>
                  <a:gd name="connsiteY50" fmla="*/ 936876 h 1821025"/>
                  <a:gd name="connsiteX51" fmla="*/ 317633 w 2175962"/>
                  <a:gd name="connsiteY51" fmla="*/ 879124 h 1821025"/>
                  <a:gd name="connsiteX52" fmla="*/ 288758 w 2175962"/>
                  <a:gd name="connsiteY52" fmla="*/ 821373 h 1821025"/>
                  <a:gd name="connsiteX53" fmla="*/ 269507 w 2175962"/>
                  <a:gd name="connsiteY53" fmla="*/ 763621 h 1821025"/>
                  <a:gd name="connsiteX54" fmla="*/ 250257 w 2175962"/>
                  <a:gd name="connsiteY54" fmla="*/ 734745 h 1821025"/>
                  <a:gd name="connsiteX55" fmla="*/ 221381 w 2175962"/>
                  <a:gd name="connsiteY55" fmla="*/ 638493 h 1821025"/>
                  <a:gd name="connsiteX56" fmla="*/ 211755 w 2175962"/>
                  <a:gd name="connsiteY56" fmla="*/ 609617 h 1821025"/>
                  <a:gd name="connsiteX57" fmla="*/ 173254 w 2175962"/>
                  <a:gd name="connsiteY57" fmla="*/ 551865 h 1821025"/>
                  <a:gd name="connsiteX58" fmla="*/ 144379 w 2175962"/>
                  <a:gd name="connsiteY58" fmla="*/ 494114 h 1821025"/>
                  <a:gd name="connsiteX59" fmla="*/ 125128 w 2175962"/>
                  <a:gd name="connsiteY59" fmla="*/ 436362 h 1821025"/>
                  <a:gd name="connsiteX60" fmla="*/ 105878 w 2175962"/>
                  <a:gd name="connsiteY60" fmla="*/ 407487 h 1821025"/>
                  <a:gd name="connsiteX61" fmla="*/ 77002 w 2175962"/>
                  <a:gd name="connsiteY61" fmla="*/ 320859 h 1821025"/>
                  <a:gd name="connsiteX62" fmla="*/ 57751 w 2175962"/>
                  <a:gd name="connsiteY62" fmla="*/ 263108 h 1821025"/>
                  <a:gd name="connsiteX63" fmla="*/ 48126 w 2175962"/>
                  <a:gd name="connsiteY63" fmla="*/ 234232 h 1821025"/>
                  <a:gd name="connsiteX64" fmla="*/ 19250 w 2175962"/>
                  <a:gd name="connsiteY64" fmla="*/ 137979 h 1821025"/>
                  <a:gd name="connsiteX65" fmla="*/ 9625 w 2175962"/>
                  <a:gd name="connsiteY65" fmla="*/ 109103 h 1821025"/>
                  <a:gd name="connsiteX66" fmla="*/ 0 w 2175962"/>
                  <a:gd name="connsiteY66" fmla="*/ 80228 h 1821025"/>
                  <a:gd name="connsiteX67" fmla="*/ 9625 w 2175962"/>
                  <a:gd name="connsiteY67" fmla="*/ 3225 h 1821025"/>
                  <a:gd name="connsiteX68" fmla="*/ 38501 w 2175962"/>
                  <a:gd name="connsiteY68" fmla="*/ 12851 h 1821025"/>
                  <a:gd name="connsiteX69" fmla="*/ 48126 w 2175962"/>
                  <a:gd name="connsiteY69" fmla="*/ 41727 h 1821025"/>
                  <a:gd name="connsiteX70" fmla="*/ 115503 w 2175962"/>
                  <a:gd name="connsiteY70" fmla="*/ 109103 h 1821025"/>
                  <a:gd name="connsiteX71" fmla="*/ 144379 w 2175962"/>
                  <a:gd name="connsiteY71" fmla="*/ 128354 h 1821025"/>
                  <a:gd name="connsiteX72" fmla="*/ 163629 w 2175962"/>
                  <a:gd name="connsiteY72" fmla="*/ 157230 h 1821025"/>
                  <a:gd name="connsiteX73" fmla="*/ 192505 w 2175962"/>
                  <a:gd name="connsiteY73" fmla="*/ 166855 h 1821025"/>
                  <a:gd name="connsiteX74" fmla="*/ 221381 w 2175962"/>
                  <a:gd name="connsiteY74" fmla="*/ 186105 h 1821025"/>
                  <a:gd name="connsiteX75" fmla="*/ 259882 w 2175962"/>
                  <a:gd name="connsiteY75" fmla="*/ 234232 h 1821025"/>
                  <a:gd name="connsiteX76" fmla="*/ 288758 w 2175962"/>
                  <a:gd name="connsiteY76" fmla="*/ 263108 h 1821025"/>
                  <a:gd name="connsiteX77" fmla="*/ 346509 w 2175962"/>
                  <a:gd name="connsiteY77" fmla="*/ 282358 h 1821025"/>
                  <a:gd name="connsiteX78" fmla="*/ 375385 w 2175962"/>
                  <a:gd name="connsiteY78" fmla="*/ 301609 h 1821025"/>
                  <a:gd name="connsiteX79" fmla="*/ 394635 w 2175962"/>
                  <a:gd name="connsiteY79" fmla="*/ 330484 h 1821025"/>
                  <a:gd name="connsiteX80" fmla="*/ 452387 w 2175962"/>
                  <a:gd name="connsiteY80" fmla="*/ 368985 h 1821025"/>
                  <a:gd name="connsiteX81" fmla="*/ 510139 w 2175962"/>
                  <a:gd name="connsiteY81" fmla="*/ 397861 h 1821025"/>
                  <a:gd name="connsiteX82" fmla="*/ 539014 w 2175962"/>
                  <a:gd name="connsiteY82" fmla="*/ 417112 h 1821025"/>
                  <a:gd name="connsiteX83" fmla="*/ 596766 w 2175962"/>
                  <a:gd name="connsiteY83" fmla="*/ 436362 h 1821025"/>
                  <a:gd name="connsiteX84" fmla="*/ 625642 w 2175962"/>
                  <a:gd name="connsiteY84" fmla="*/ 455613 h 1821025"/>
                  <a:gd name="connsiteX85" fmla="*/ 644892 w 2175962"/>
                  <a:gd name="connsiteY85" fmla="*/ 484489 h 1821025"/>
                  <a:gd name="connsiteX86" fmla="*/ 702644 w 2175962"/>
                  <a:gd name="connsiteY86" fmla="*/ 503739 h 1821025"/>
                  <a:gd name="connsiteX87" fmla="*/ 827772 w 2175962"/>
                  <a:gd name="connsiteY87" fmla="*/ 522990 h 1821025"/>
                  <a:gd name="connsiteX88" fmla="*/ 895149 w 2175962"/>
                  <a:gd name="connsiteY88" fmla="*/ 542240 h 1821025"/>
                  <a:gd name="connsiteX89" fmla="*/ 952901 w 2175962"/>
                  <a:gd name="connsiteY89" fmla="*/ 561491 h 1821025"/>
                  <a:gd name="connsiteX90" fmla="*/ 1039528 w 2175962"/>
                  <a:gd name="connsiteY90" fmla="*/ 599992 h 1821025"/>
                  <a:gd name="connsiteX91" fmla="*/ 1068404 w 2175962"/>
                  <a:gd name="connsiteY91" fmla="*/ 609617 h 1821025"/>
                  <a:gd name="connsiteX92" fmla="*/ 1097280 w 2175962"/>
                  <a:gd name="connsiteY92" fmla="*/ 619242 h 1821025"/>
                  <a:gd name="connsiteX93" fmla="*/ 1299410 w 2175962"/>
                  <a:gd name="connsiteY93" fmla="*/ 638493 h 1821025"/>
                  <a:gd name="connsiteX94" fmla="*/ 1328286 w 2175962"/>
                  <a:gd name="connsiteY94" fmla="*/ 648118 h 1821025"/>
                  <a:gd name="connsiteX95" fmla="*/ 1520791 w 2175962"/>
                  <a:gd name="connsiteY95" fmla="*/ 628868 h 1821025"/>
                  <a:gd name="connsiteX96" fmla="*/ 1549667 w 2175962"/>
                  <a:gd name="connsiteY96" fmla="*/ 619242 h 1821025"/>
                  <a:gd name="connsiteX97" fmla="*/ 1636294 w 2175962"/>
                  <a:gd name="connsiteY97" fmla="*/ 609617 h 1821025"/>
                  <a:gd name="connsiteX98" fmla="*/ 1703671 w 2175962"/>
                  <a:gd name="connsiteY98" fmla="*/ 590367 h 1821025"/>
                  <a:gd name="connsiteX99" fmla="*/ 1848050 w 2175962"/>
                  <a:gd name="connsiteY99" fmla="*/ 580741 h 1821025"/>
                  <a:gd name="connsiteX100" fmla="*/ 1944303 w 2175962"/>
                  <a:gd name="connsiteY100" fmla="*/ 551865 h 1821025"/>
                  <a:gd name="connsiteX101" fmla="*/ 2030930 w 2175962"/>
                  <a:gd name="connsiteY101" fmla="*/ 494114 h 1821025"/>
                  <a:gd name="connsiteX102" fmla="*/ 2059806 w 2175962"/>
                  <a:gd name="connsiteY102" fmla="*/ 474863 h 1821025"/>
                  <a:gd name="connsiteX103" fmla="*/ 2156059 w 2175962"/>
                  <a:gd name="connsiteY103" fmla="*/ 436362 h 1821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</a:cxnLst>
                <a:rect l="l" t="t" r="r" b="b"/>
                <a:pathLst>
                  <a:path w="2175962" h="1821025">
                    <a:moveTo>
                      <a:pt x="2156059" y="436362"/>
                    </a:moveTo>
                    <a:cubicBezTo>
                      <a:pt x="2173705" y="471655"/>
                      <a:pt x="2159941" y="603336"/>
                      <a:pt x="2165684" y="686619"/>
                    </a:cubicBezTo>
                    <a:cubicBezTo>
                      <a:pt x="2166382" y="696741"/>
                      <a:pt x="2175309" y="705349"/>
                      <a:pt x="2175309" y="715495"/>
                    </a:cubicBezTo>
                    <a:cubicBezTo>
                      <a:pt x="2175309" y="1089796"/>
                      <a:pt x="2181455" y="880758"/>
                      <a:pt x="2156059" y="1033129"/>
                    </a:cubicBezTo>
                    <a:cubicBezTo>
                      <a:pt x="2147911" y="1082013"/>
                      <a:pt x="2148147" y="1103273"/>
                      <a:pt x="2136808" y="1148632"/>
                    </a:cubicBezTo>
                    <a:cubicBezTo>
                      <a:pt x="2131589" y="1169510"/>
                      <a:pt x="2123617" y="1190698"/>
                      <a:pt x="2107932" y="1206383"/>
                    </a:cubicBezTo>
                    <a:cubicBezTo>
                      <a:pt x="2099752" y="1214563"/>
                      <a:pt x="2088682" y="1219217"/>
                      <a:pt x="2079057" y="1225634"/>
                    </a:cubicBezTo>
                    <a:cubicBezTo>
                      <a:pt x="2056148" y="1294360"/>
                      <a:pt x="2076690" y="1272129"/>
                      <a:pt x="2030930" y="1302636"/>
                    </a:cubicBezTo>
                    <a:cubicBezTo>
                      <a:pt x="2024513" y="1312261"/>
                      <a:pt x="2020713" y="1324285"/>
                      <a:pt x="2011680" y="1331512"/>
                    </a:cubicBezTo>
                    <a:cubicBezTo>
                      <a:pt x="2003757" y="1337850"/>
                      <a:pt x="1991879" y="1336600"/>
                      <a:pt x="1982804" y="1341137"/>
                    </a:cubicBezTo>
                    <a:cubicBezTo>
                      <a:pt x="1972457" y="1346310"/>
                      <a:pt x="1963553" y="1353971"/>
                      <a:pt x="1953928" y="1360388"/>
                    </a:cubicBezTo>
                    <a:cubicBezTo>
                      <a:pt x="1856610" y="1506363"/>
                      <a:pt x="1961949" y="1356536"/>
                      <a:pt x="1886551" y="1447015"/>
                    </a:cubicBezTo>
                    <a:cubicBezTo>
                      <a:pt x="1879145" y="1455902"/>
                      <a:pt x="1876007" y="1468273"/>
                      <a:pt x="1867301" y="1475891"/>
                    </a:cubicBezTo>
                    <a:cubicBezTo>
                      <a:pt x="1849889" y="1491126"/>
                      <a:pt x="1828800" y="1501558"/>
                      <a:pt x="1809549" y="1514392"/>
                    </a:cubicBezTo>
                    <a:cubicBezTo>
                      <a:pt x="1799924" y="1520809"/>
                      <a:pt x="1788853" y="1525462"/>
                      <a:pt x="1780673" y="1533642"/>
                    </a:cubicBezTo>
                    <a:cubicBezTo>
                      <a:pt x="1743618" y="1570698"/>
                      <a:pt x="1763124" y="1554967"/>
                      <a:pt x="1722922" y="1581769"/>
                    </a:cubicBezTo>
                    <a:cubicBezTo>
                      <a:pt x="1690470" y="1630444"/>
                      <a:pt x="1721287" y="1597024"/>
                      <a:pt x="1674795" y="1620270"/>
                    </a:cubicBezTo>
                    <a:cubicBezTo>
                      <a:pt x="1664448" y="1625443"/>
                      <a:pt x="1656491" y="1634822"/>
                      <a:pt x="1645920" y="1639520"/>
                    </a:cubicBezTo>
                    <a:cubicBezTo>
                      <a:pt x="1627377" y="1647761"/>
                      <a:pt x="1605052" y="1647515"/>
                      <a:pt x="1588168" y="1658771"/>
                    </a:cubicBezTo>
                    <a:cubicBezTo>
                      <a:pt x="1578543" y="1665188"/>
                      <a:pt x="1569863" y="1673323"/>
                      <a:pt x="1559292" y="1678021"/>
                    </a:cubicBezTo>
                    <a:cubicBezTo>
                      <a:pt x="1512163" y="1698967"/>
                      <a:pt x="1506120" y="1693973"/>
                      <a:pt x="1463040" y="1706897"/>
                    </a:cubicBezTo>
                    <a:cubicBezTo>
                      <a:pt x="1443604" y="1712728"/>
                      <a:pt x="1422172" y="1714892"/>
                      <a:pt x="1405288" y="1726148"/>
                    </a:cubicBezTo>
                    <a:cubicBezTo>
                      <a:pt x="1379329" y="1743453"/>
                      <a:pt x="1377424" y="1748381"/>
                      <a:pt x="1347537" y="1755023"/>
                    </a:cubicBezTo>
                    <a:cubicBezTo>
                      <a:pt x="1270310" y="1772185"/>
                      <a:pt x="1311720" y="1756759"/>
                      <a:pt x="1241659" y="1774274"/>
                    </a:cubicBezTo>
                    <a:cubicBezTo>
                      <a:pt x="1231816" y="1776735"/>
                      <a:pt x="1222408" y="1780691"/>
                      <a:pt x="1212783" y="1783899"/>
                    </a:cubicBezTo>
                    <a:cubicBezTo>
                      <a:pt x="1148628" y="1826670"/>
                      <a:pt x="1147369" y="1835888"/>
                      <a:pt x="1020278" y="1793524"/>
                    </a:cubicBezTo>
                    <a:cubicBezTo>
                      <a:pt x="998329" y="1786208"/>
                      <a:pt x="1003726" y="1743089"/>
                      <a:pt x="981777" y="1735773"/>
                    </a:cubicBezTo>
                    <a:lnTo>
                      <a:pt x="952901" y="1726148"/>
                    </a:lnTo>
                    <a:cubicBezTo>
                      <a:pt x="946484" y="1716523"/>
                      <a:pt x="938823" y="1707619"/>
                      <a:pt x="933650" y="1697272"/>
                    </a:cubicBezTo>
                    <a:cubicBezTo>
                      <a:pt x="929113" y="1688197"/>
                      <a:pt x="930363" y="1676319"/>
                      <a:pt x="924025" y="1668396"/>
                    </a:cubicBezTo>
                    <a:cubicBezTo>
                      <a:pt x="916798" y="1659363"/>
                      <a:pt x="904774" y="1655562"/>
                      <a:pt x="895149" y="1649145"/>
                    </a:cubicBezTo>
                    <a:cubicBezTo>
                      <a:pt x="888732" y="1639520"/>
                      <a:pt x="881072" y="1630617"/>
                      <a:pt x="875899" y="1620270"/>
                    </a:cubicBezTo>
                    <a:cubicBezTo>
                      <a:pt x="871361" y="1611195"/>
                      <a:pt x="872611" y="1599317"/>
                      <a:pt x="866273" y="1591394"/>
                    </a:cubicBezTo>
                    <a:cubicBezTo>
                      <a:pt x="847882" y="1568405"/>
                      <a:pt x="831773" y="1574143"/>
                      <a:pt x="808522" y="1562518"/>
                    </a:cubicBezTo>
                    <a:cubicBezTo>
                      <a:pt x="798175" y="1557345"/>
                      <a:pt x="789271" y="1549685"/>
                      <a:pt x="779646" y="1543268"/>
                    </a:cubicBezTo>
                    <a:lnTo>
                      <a:pt x="721894" y="1456640"/>
                    </a:lnTo>
                    <a:cubicBezTo>
                      <a:pt x="715477" y="1447015"/>
                      <a:pt x="713618" y="1431422"/>
                      <a:pt x="702644" y="1427764"/>
                    </a:cubicBezTo>
                    <a:lnTo>
                      <a:pt x="673768" y="1418139"/>
                    </a:lnTo>
                    <a:cubicBezTo>
                      <a:pt x="664143" y="1408514"/>
                      <a:pt x="653249" y="1400008"/>
                      <a:pt x="644892" y="1389263"/>
                    </a:cubicBezTo>
                    <a:cubicBezTo>
                      <a:pt x="630688" y="1371001"/>
                      <a:pt x="606391" y="1331512"/>
                      <a:pt x="606391" y="1331512"/>
                    </a:cubicBezTo>
                    <a:cubicBezTo>
                      <a:pt x="582199" y="1258934"/>
                      <a:pt x="617646" y="1345580"/>
                      <a:pt x="567890" y="1283385"/>
                    </a:cubicBezTo>
                    <a:cubicBezTo>
                      <a:pt x="561552" y="1275463"/>
                      <a:pt x="562802" y="1263585"/>
                      <a:pt x="558265" y="1254510"/>
                    </a:cubicBezTo>
                    <a:cubicBezTo>
                      <a:pt x="542223" y="1222426"/>
                      <a:pt x="539014" y="1225634"/>
                      <a:pt x="510139" y="1206383"/>
                    </a:cubicBezTo>
                    <a:lnTo>
                      <a:pt x="490888" y="1148632"/>
                    </a:lnTo>
                    <a:cubicBezTo>
                      <a:pt x="487680" y="1139007"/>
                      <a:pt x="490888" y="1122964"/>
                      <a:pt x="481263" y="1119756"/>
                    </a:cubicBezTo>
                    <a:lnTo>
                      <a:pt x="452387" y="1110131"/>
                    </a:lnTo>
                    <a:cubicBezTo>
                      <a:pt x="445970" y="1100506"/>
                      <a:pt x="441317" y="1089435"/>
                      <a:pt x="433137" y="1081255"/>
                    </a:cubicBezTo>
                    <a:cubicBezTo>
                      <a:pt x="424957" y="1073075"/>
                      <a:pt x="411488" y="1071037"/>
                      <a:pt x="404261" y="1062004"/>
                    </a:cubicBezTo>
                    <a:cubicBezTo>
                      <a:pt x="397923" y="1054082"/>
                      <a:pt x="399172" y="1042204"/>
                      <a:pt x="394635" y="1033129"/>
                    </a:cubicBezTo>
                    <a:cubicBezTo>
                      <a:pt x="366512" y="976885"/>
                      <a:pt x="381889" y="1031827"/>
                      <a:pt x="365760" y="975377"/>
                    </a:cubicBezTo>
                    <a:cubicBezTo>
                      <a:pt x="362126" y="962657"/>
                      <a:pt x="362050" y="948708"/>
                      <a:pt x="356134" y="936876"/>
                    </a:cubicBezTo>
                    <a:cubicBezTo>
                      <a:pt x="345787" y="916182"/>
                      <a:pt x="317633" y="879124"/>
                      <a:pt x="317633" y="879124"/>
                    </a:cubicBezTo>
                    <a:cubicBezTo>
                      <a:pt x="282532" y="773820"/>
                      <a:pt x="338513" y="933322"/>
                      <a:pt x="288758" y="821373"/>
                    </a:cubicBezTo>
                    <a:cubicBezTo>
                      <a:pt x="280517" y="802830"/>
                      <a:pt x="280763" y="780505"/>
                      <a:pt x="269507" y="763621"/>
                    </a:cubicBezTo>
                    <a:cubicBezTo>
                      <a:pt x="263090" y="753996"/>
                      <a:pt x="254955" y="745316"/>
                      <a:pt x="250257" y="734745"/>
                    </a:cubicBezTo>
                    <a:cubicBezTo>
                      <a:pt x="231953" y="693562"/>
                      <a:pt x="232583" y="677698"/>
                      <a:pt x="221381" y="638493"/>
                    </a:cubicBezTo>
                    <a:cubicBezTo>
                      <a:pt x="218594" y="628737"/>
                      <a:pt x="216682" y="618486"/>
                      <a:pt x="211755" y="609617"/>
                    </a:cubicBezTo>
                    <a:cubicBezTo>
                      <a:pt x="200519" y="589392"/>
                      <a:pt x="173254" y="551865"/>
                      <a:pt x="173254" y="551865"/>
                    </a:cubicBezTo>
                    <a:cubicBezTo>
                      <a:pt x="138153" y="446561"/>
                      <a:pt x="194134" y="606063"/>
                      <a:pt x="144379" y="494114"/>
                    </a:cubicBezTo>
                    <a:cubicBezTo>
                      <a:pt x="136138" y="475571"/>
                      <a:pt x="136384" y="453246"/>
                      <a:pt x="125128" y="436362"/>
                    </a:cubicBezTo>
                    <a:cubicBezTo>
                      <a:pt x="118711" y="426737"/>
                      <a:pt x="110576" y="418058"/>
                      <a:pt x="105878" y="407487"/>
                    </a:cubicBezTo>
                    <a:cubicBezTo>
                      <a:pt x="105873" y="407477"/>
                      <a:pt x="81816" y="335303"/>
                      <a:pt x="77002" y="320859"/>
                    </a:cubicBezTo>
                    <a:lnTo>
                      <a:pt x="57751" y="263108"/>
                    </a:lnTo>
                    <a:cubicBezTo>
                      <a:pt x="54542" y="253483"/>
                      <a:pt x="50587" y="244075"/>
                      <a:pt x="48126" y="234232"/>
                    </a:cubicBezTo>
                    <a:cubicBezTo>
                      <a:pt x="33579" y="176042"/>
                      <a:pt x="42686" y="208286"/>
                      <a:pt x="19250" y="137979"/>
                    </a:cubicBezTo>
                    <a:lnTo>
                      <a:pt x="9625" y="109103"/>
                    </a:lnTo>
                    <a:lnTo>
                      <a:pt x="0" y="80228"/>
                    </a:lnTo>
                    <a:cubicBezTo>
                      <a:pt x="3208" y="54560"/>
                      <a:pt x="-3209" y="25684"/>
                      <a:pt x="9625" y="3225"/>
                    </a:cubicBezTo>
                    <a:cubicBezTo>
                      <a:pt x="14659" y="-5584"/>
                      <a:pt x="31327" y="5677"/>
                      <a:pt x="38501" y="12851"/>
                    </a:cubicBezTo>
                    <a:cubicBezTo>
                      <a:pt x="45675" y="20025"/>
                      <a:pt x="43199" y="32858"/>
                      <a:pt x="48126" y="41727"/>
                    </a:cubicBezTo>
                    <a:cubicBezTo>
                      <a:pt x="83228" y="104911"/>
                      <a:pt x="68637" y="93481"/>
                      <a:pt x="115503" y="109103"/>
                    </a:cubicBezTo>
                    <a:cubicBezTo>
                      <a:pt x="125128" y="115520"/>
                      <a:pt x="136199" y="120174"/>
                      <a:pt x="144379" y="128354"/>
                    </a:cubicBezTo>
                    <a:cubicBezTo>
                      <a:pt x="152559" y="136534"/>
                      <a:pt x="154596" y="150003"/>
                      <a:pt x="163629" y="157230"/>
                    </a:cubicBezTo>
                    <a:cubicBezTo>
                      <a:pt x="171552" y="163568"/>
                      <a:pt x="183430" y="162318"/>
                      <a:pt x="192505" y="166855"/>
                    </a:cubicBezTo>
                    <a:cubicBezTo>
                      <a:pt x="202852" y="172028"/>
                      <a:pt x="211756" y="179688"/>
                      <a:pt x="221381" y="186105"/>
                    </a:cubicBezTo>
                    <a:cubicBezTo>
                      <a:pt x="237182" y="233508"/>
                      <a:pt x="219694" y="200742"/>
                      <a:pt x="259882" y="234232"/>
                    </a:cubicBezTo>
                    <a:cubicBezTo>
                      <a:pt x="270339" y="242946"/>
                      <a:pt x="276859" y="256497"/>
                      <a:pt x="288758" y="263108"/>
                    </a:cubicBezTo>
                    <a:cubicBezTo>
                      <a:pt x="306496" y="272962"/>
                      <a:pt x="346509" y="282358"/>
                      <a:pt x="346509" y="282358"/>
                    </a:cubicBezTo>
                    <a:cubicBezTo>
                      <a:pt x="356134" y="288775"/>
                      <a:pt x="367205" y="293429"/>
                      <a:pt x="375385" y="301609"/>
                    </a:cubicBezTo>
                    <a:cubicBezTo>
                      <a:pt x="383565" y="309789"/>
                      <a:pt x="385929" y="322867"/>
                      <a:pt x="394635" y="330484"/>
                    </a:cubicBezTo>
                    <a:cubicBezTo>
                      <a:pt x="412047" y="345719"/>
                      <a:pt x="433136" y="356151"/>
                      <a:pt x="452387" y="368985"/>
                    </a:cubicBezTo>
                    <a:cubicBezTo>
                      <a:pt x="489706" y="393864"/>
                      <a:pt x="470287" y="384578"/>
                      <a:pt x="510139" y="397861"/>
                    </a:cubicBezTo>
                    <a:cubicBezTo>
                      <a:pt x="519764" y="404278"/>
                      <a:pt x="528443" y="412414"/>
                      <a:pt x="539014" y="417112"/>
                    </a:cubicBezTo>
                    <a:cubicBezTo>
                      <a:pt x="557557" y="425353"/>
                      <a:pt x="596766" y="436362"/>
                      <a:pt x="596766" y="436362"/>
                    </a:cubicBezTo>
                    <a:cubicBezTo>
                      <a:pt x="606391" y="442779"/>
                      <a:pt x="617462" y="447433"/>
                      <a:pt x="625642" y="455613"/>
                    </a:cubicBezTo>
                    <a:cubicBezTo>
                      <a:pt x="633822" y="463793"/>
                      <a:pt x="635082" y="478358"/>
                      <a:pt x="644892" y="484489"/>
                    </a:cubicBezTo>
                    <a:cubicBezTo>
                      <a:pt x="662100" y="495244"/>
                      <a:pt x="682958" y="498818"/>
                      <a:pt x="702644" y="503739"/>
                    </a:cubicBezTo>
                    <a:cubicBezTo>
                      <a:pt x="769331" y="520410"/>
                      <a:pt x="727997" y="511903"/>
                      <a:pt x="827772" y="522990"/>
                    </a:cubicBezTo>
                    <a:cubicBezTo>
                      <a:pt x="924845" y="555346"/>
                      <a:pt x="774251" y="505970"/>
                      <a:pt x="895149" y="542240"/>
                    </a:cubicBezTo>
                    <a:cubicBezTo>
                      <a:pt x="914585" y="548071"/>
                      <a:pt x="936017" y="550235"/>
                      <a:pt x="952901" y="561491"/>
                    </a:cubicBezTo>
                    <a:cubicBezTo>
                      <a:pt x="998660" y="591996"/>
                      <a:pt x="970804" y="577084"/>
                      <a:pt x="1039528" y="599992"/>
                    </a:cubicBezTo>
                    <a:lnTo>
                      <a:pt x="1068404" y="609617"/>
                    </a:lnTo>
                    <a:cubicBezTo>
                      <a:pt x="1078029" y="612825"/>
                      <a:pt x="1087236" y="617807"/>
                      <a:pt x="1097280" y="619242"/>
                    </a:cubicBezTo>
                    <a:cubicBezTo>
                      <a:pt x="1209236" y="635237"/>
                      <a:pt x="1142028" y="627252"/>
                      <a:pt x="1299410" y="638493"/>
                    </a:cubicBezTo>
                    <a:cubicBezTo>
                      <a:pt x="1309035" y="641701"/>
                      <a:pt x="1318140" y="648118"/>
                      <a:pt x="1328286" y="648118"/>
                    </a:cubicBezTo>
                    <a:cubicBezTo>
                      <a:pt x="1389859" y="648118"/>
                      <a:pt x="1458991" y="644318"/>
                      <a:pt x="1520791" y="628868"/>
                    </a:cubicBezTo>
                    <a:cubicBezTo>
                      <a:pt x="1530634" y="626407"/>
                      <a:pt x="1539659" y="620910"/>
                      <a:pt x="1549667" y="619242"/>
                    </a:cubicBezTo>
                    <a:cubicBezTo>
                      <a:pt x="1578325" y="614466"/>
                      <a:pt x="1607418" y="612825"/>
                      <a:pt x="1636294" y="609617"/>
                    </a:cubicBezTo>
                    <a:cubicBezTo>
                      <a:pt x="1654189" y="603652"/>
                      <a:pt x="1686007" y="592226"/>
                      <a:pt x="1703671" y="590367"/>
                    </a:cubicBezTo>
                    <a:cubicBezTo>
                      <a:pt x="1751639" y="585318"/>
                      <a:pt x="1799924" y="583950"/>
                      <a:pt x="1848050" y="580741"/>
                    </a:cubicBezTo>
                    <a:cubicBezTo>
                      <a:pt x="1869574" y="575360"/>
                      <a:pt x="1930241" y="561240"/>
                      <a:pt x="1944303" y="551865"/>
                    </a:cubicBezTo>
                    <a:lnTo>
                      <a:pt x="2030930" y="494114"/>
                    </a:lnTo>
                    <a:cubicBezTo>
                      <a:pt x="2040555" y="487697"/>
                      <a:pt x="2048831" y="478521"/>
                      <a:pt x="2059806" y="474863"/>
                    </a:cubicBezTo>
                    <a:cubicBezTo>
                      <a:pt x="2124364" y="453344"/>
                      <a:pt x="2138413" y="401069"/>
                      <a:pt x="2156059" y="436362"/>
                    </a:cubicBezTo>
                    <a:close/>
                  </a:path>
                </a:pathLst>
              </a:custGeom>
              <a:solidFill>
                <a:srgbClr val="EF3F31"/>
              </a:solidFill>
              <a:ln>
                <a:solidFill>
                  <a:srgbClr val="F4726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Freeform: Shape 6">
                <a:extLst>
                  <a:ext uri="{FF2B5EF4-FFF2-40B4-BE49-F238E27FC236}">
                    <a16:creationId xmlns:a16="http://schemas.microsoft.com/office/drawing/2014/main" id="{5E76F297-5C3B-4D00-939E-D5C711A50F9F}"/>
                  </a:ext>
                </a:extLst>
              </p:cNvPr>
              <p:cNvSpPr/>
              <p:nvPr/>
            </p:nvSpPr>
            <p:spPr>
              <a:xfrm>
                <a:off x="2886933" y="3570849"/>
                <a:ext cx="1225549" cy="2478648"/>
              </a:xfrm>
              <a:custGeom>
                <a:avLst/>
                <a:gdLst>
                  <a:gd name="connsiteX0" fmla="*/ 145025 w 1225549"/>
                  <a:gd name="connsiteY0" fmla="*/ 123 h 2478648"/>
                  <a:gd name="connsiteX1" fmla="*/ 125775 w 1225549"/>
                  <a:gd name="connsiteY1" fmla="*/ 96376 h 2478648"/>
                  <a:gd name="connsiteX2" fmla="*/ 106524 w 1225549"/>
                  <a:gd name="connsiteY2" fmla="*/ 154127 h 2478648"/>
                  <a:gd name="connsiteX3" fmla="*/ 77648 w 1225549"/>
                  <a:gd name="connsiteY3" fmla="*/ 211879 h 2478648"/>
                  <a:gd name="connsiteX4" fmla="*/ 58398 w 1225549"/>
                  <a:gd name="connsiteY4" fmla="*/ 327382 h 2478648"/>
                  <a:gd name="connsiteX5" fmla="*/ 48772 w 1225549"/>
                  <a:gd name="connsiteY5" fmla="*/ 356258 h 2478648"/>
                  <a:gd name="connsiteX6" fmla="*/ 39147 w 1225549"/>
                  <a:gd name="connsiteY6" fmla="*/ 404384 h 2478648"/>
                  <a:gd name="connsiteX7" fmla="*/ 19897 w 1225549"/>
                  <a:gd name="connsiteY7" fmla="*/ 760519 h 2478648"/>
                  <a:gd name="connsiteX8" fmla="*/ 10271 w 1225549"/>
                  <a:gd name="connsiteY8" fmla="*/ 789395 h 2478648"/>
                  <a:gd name="connsiteX9" fmla="*/ 646 w 1225549"/>
                  <a:gd name="connsiteY9" fmla="*/ 827896 h 2478648"/>
                  <a:gd name="connsiteX10" fmla="*/ 19897 w 1225549"/>
                  <a:gd name="connsiteY10" fmla="*/ 1299534 h 2478648"/>
                  <a:gd name="connsiteX11" fmla="*/ 29522 w 1225549"/>
                  <a:gd name="connsiteY11" fmla="*/ 1328409 h 2478648"/>
                  <a:gd name="connsiteX12" fmla="*/ 39147 w 1225549"/>
                  <a:gd name="connsiteY12" fmla="*/ 1588292 h 2478648"/>
                  <a:gd name="connsiteX13" fmla="*/ 48772 w 1225549"/>
                  <a:gd name="connsiteY13" fmla="*/ 1742296 h 2478648"/>
                  <a:gd name="connsiteX14" fmla="*/ 68023 w 1225549"/>
                  <a:gd name="connsiteY14" fmla="*/ 1848174 h 2478648"/>
                  <a:gd name="connsiteX15" fmla="*/ 87274 w 1225549"/>
                  <a:gd name="connsiteY15" fmla="*/ 2031054 h 2478648"/>
                  <a:gd name="connsiteX16" fmla="*/ 106524 w 1225549"/>
                  <a:gd name="connsiteY16" fmla="*/ 2088805 h 2478648"/>
                  <a:gd name="connsiteX17" fmla="*/ 116149 w 1225549"/>
                  <a:gd name="connsiteY17" fmla="*/ 2271685 h 2478648"/>
                  <a:gd name="connsiteX18" fmla="*/ 145025 w 1225549"/>
                  <a:gd name="connsiteY18" fmla="*/ 2396814 h 2478648"/>
                  <a:gd name="connsiteX19" fmla="*/ 173901 w 1225549"/>
                  <a:gd name="connsiteY19" fmla="*/ 2425689 h 2478648"/>
                  <a:gd name="connsiteX20" fmla="*/ 231652 w 1225549"/>
                  <a:gd name="connsiteY20" fmla="*/ 2444940 h 2478648"/>
                  <a:gd name="connsiteX21" fmla="*/ 327905 w 1225549"/>
                  <a:gd name="connsiteY21" fmla="*/ 2464191 h 2478648"/>
                  <a:gd name="connsiteX22" fmla="*/ 453034 w 1225549"/>
                  <a:gd name="connsiteY22" fmla="*/ 2464191 h 2478648"/>
                  <a:gd name="connsiteX23" fmla="*/ 481909 w 1225549"/>
                  <a:gd name="connsiteY23" fmla="*/ 2435315 h 2478648"/>
                  <a:gd name="connsiteX24" fmla="*/ 510785 w 1225549"/>
                  <a:gd name="connsiteY24" fmla="*/ 2377563 h 2478648"/>
                  <a:gd name="connsiteX25" fmla="*/ 539661 w 1225549"/>
                  <a:gd name="connsiteY25" fmla="*/ 2319812 h 2478648"/>
                  <a:gd name="connsiteX26" fmla="*/ 568537 w 1225549"/>
                  <a:gd name="connsiteY26" fmla="*/ 2262060 h 2478648"/>
                  <a:gd name="connsiteX27" fmla="*/ 578162 w 1225549"/>
                  <a:gd name="connsiteY27" fmla="*/ 2233184 h 2478648"/>
                  <a:gd name="connsiteX28" fmla="*/ 626288 w 1225549"/>
                  <a:gd name="connsiteY28" fmla="*/ 2223559 h 2478648"/>
                  <a:gd name="connsiteX29" fmla="*/ 655164 w 1225549"/>
                  <a:gd name="connsiteY29" fmla="*/ 2213934 h 2478648"/>
                  <a:gd name="connsiteX30" fmla="*/ 684040 w 1225549"/>
                  <a:gd name="connsiteY30" fmla="*/ 2194683 h 2478648"/>
                  <a:gd name="connsiteX31" fmla="*/ 741791 w 1225549"/>
                  <a:gd name="connsiteY31" fmla="*/ 2175433 h 2478648"/>
                  <a:gd name="connsiteX32" fmla="*/ 770667 w 1225549"/>
                  <a:gd name="connsiteY32" fmla="*/ 2165807 h 2478648"/>
                  <a:gd name="connsiteX33" fmla="*/ 799543 w 1225549"/>
                  <a:gd name="connsiteY33" fmla="*/ 2156182 h 2478648"/>
                  <a:gd name="connsiteX34" fmla="*/ 828419 w 1225549"/>
                  <a:gd name="connsiteY34" fmla="*/ 2146557 h 2478648"/>
                  <a:gd name="connsiteX35" fmla="*/ 857295 w 1225549"/>
                  <a:gd name="connsiteY35" fmla="*/ 2127306 h 2478648"/>
                  <a:gd name="connsiteX36" fmla="*/ 915046 w 1225549"/>
                  <a:gd name="connsiteY36" fmla="*/ 2108056 h 2478648"/>
                  <a:gd name="connsiteX37" fmla="*/ 972798 w 1225549"/>
                  <a:gd name="connsiteY37" fmla="*/ 2069555 h 2478648"/>
                  <a:gd name="connsiteX38" fmla="*/ 1001674 w 1225549"/>
                  <a:gd name="connsiteY38" fmla="*/ 2050304 h 2478648"/>
                  <a:gd name="connsiteX39" fmla="*/ 1020924 w 1225549"/>
                  <a:gd name="connsiteY39" fmla="*/ 2021428 h 2478648"/>
                  <a:gd name="connsiteX40" fmla="*/ 1049800 w 1225549"/>
                  <a:gd name="connsiteY40" fmla="*/ 2011803 h 2478648"/>
                  <a:gd name="connsiteX41" fmla="*/ 1088301 w 1225549"/>
                  <a:gd name="connsiteY41" fmla="*/ 2002178 h 2478648"/>
                  <a:gd name="connsiteX42" fmla="*/ 1136427 w 1225549"/>
                  <a:gd name="connsiteY42" fmla="*/ 1992553 h 2478648"/>
                  <a:gd name="connsiteX43" fmla="*/ 1194179 w 1225549"/>
                  <a:gd name="connsiteY43" fmla="*/ 1973302 h 2478648"/>
                  <a:gd name="connsiteX44" fmla="*/ 1213429 w 1225549"/>
                  <a:gd name="connsiteY44" fmla="*/ 1944426 h 2478648"/>
                  <a:gd name="connsiteX45" fmla="*/ 1213429 w 1225549"/>
                  <a:gd name="connsiteY45" fmla="*/ 1819298 h 2478648"/>
                  <a:gd name="connsiteX46" fmla="*/ 1184554 w 1225549"/>
                  <a:gd name="connsiteY46" fmla="*/ 1800047 h 2478648"/>
                  <a:gd name="connsiteX47" fmla="*/ 1126802 w 1225549"/>
                  <a:gd name="connsiteY47" fmla="*/ 1780797 h 2478648"/>
                  <a:gd name="connsiteX48" fmla="*/ 1097926 w 1225549"/>
                  <a:gd name="connsiteY48" fmla="*/ 1771172 h 2478648"/>
                  <a:gd name="connsiteX49" fmla="*/ 1049800 w 1225549"/>
                  <a:gd name="connsiteY49" fmla="*/ 1694169 h 2478648"/>
                  <a:gd name="connsiteX50" fmla="*/ 982423 w 1225549"/>
                  <a:gd name="connsiteY50" fmla="*/ 1617167 h 2478648"/>
                  <a:gd name="connsiteX51" fmla="*/ 943922 w 1225549"/>
                  <a:gd name="connsiteY51" fmla="*/ 1569041 h 2478648"/>
                  <a:gd name="connsiteX52" fmla="*/ 895796 w 1225549"/>
                  <a:gd name="connsiteY52" fmla="*/ 1482414 h 2478648"/>
                  <a:gd name="connsiteX53" fmla="*/ 838044 w 1225549"/>
                  <a:gd name="connsiteY53" fmla="*/ 1453538 h 2478648"/>
                  <a:gd name="connsiteX54" fmla="*/ 799543 w 1225549"/>
                  <a:gd name="connsiteY54" fmla="*/ 1395786 h 2478648"/>
                  <a:gd name="connsiteX55" fmla="*/ 780292 w 1225549"/>
                  <a:gd name="connsiteY55" fmla="*/ 1366911 h 2478648"/>
                  <a:gd name="connsiteX56" fmla="*/ 751417 w 1225549"/>
                  <a:gd name="connsiteY56" fmla="*/ 1347660 h 2478648"/>
                  <a:gd name="connsiteX57" fmla="*/ 712916 w 1225549"/>
                  <a:gd name="connsiteY57" fmla="*/ 1289908 h 2478648"/>
                  <a:gd name="connsiteX58" fmla="*/ 693665 w 1225549"/>
                  <a:gd name="connsiteY58" fmla="*/ 1261033 h 2478648"/>
                  <a:gd name="connsiteX59" fmla="*/ 664789 w 1225549"/>
                  <a:gd name="connsiteY59" fmla="*/ 1174405 h 2478648"/>
                  <a:gd name="connsiteX60" fmla="*/ 655164 w 1225549"/>
                  <a:gd name="connsiteY60" fmla="*/ 1145529 h 2478648"/>
                  <a:gd name="connsiteX61" fmla="*/ 635914 w 1225549"/>
                  <a:gd name="connsiteY61" fmla="*/ 1116654 h 2478648"/>
                  <a:gd name="connsiteX62" fmla="*/ 626288 w 1225549"/>
                  <a:gd name="connsiteY62" fmla="*/ 1087778 h 2478648"/>
                  <a:gd name="connsiteX63" fmla="*/ 597412 w 1225549"/>
                  <a:gd name="connsiteY63" fmla="*/ 1068527 h 2478648"/>
                  <a:gd name="connsiteX64" fmla="*/ 578162 w 1225549"/>
                  <a:gd name="connsiteY64" fmla="*/ 1039652 h 2478648"/>
                  <a:gd name="connsiteX65" fmla="*/ 549286 w 1225549"/>
                  <a:gd name="connsiteY65" fmla="*/ 1010776 h 2478648"/>
                  <a:gd name="connsiteX66" fmla="*/ 530036 w 1225549"/>
                  <a:gd name="connsiteY66" fmla="*/ 953024 h 2478648"/>
                  <a:gd name="connsiteX67" fmla="*/ 520410 w 1225549"/>
                  <a:gd name="connsiteY67" fmla="*/ 924148 h 2478648"/>
                  <a:gd name="connsiteX68" fmla="*/ 510785 w 1225549"/>
                  <a:gd name="connsiteY68" fmla="*/ 895273 h 2478648"/>
                  <a:gd name="connsiteX69" fmla="*/ 472284 w 1225549"/>
                  <a:gd name="connsiteY69" fmla="*/ 837521 h 2478648"/>
                  <a:gd name="connsiteX70" fmla="*/ 453034 w 1225549"/>
                  <a:gd name="connsiteY70" fmla="*/ 808645 h 2478648"/>
                  <a:gd name="connsiteX71" fmla="*/ 414532 w 1225549"/>
                  <a:gd name="connsiteY71" fmla="*/ 693142 h 2478648"/>
                  <a:gd name="connsiteX72" fmla="*/ 404907 w 1225549"/>
                  <a:gd name="connsiteY72" fmla="*/ 664266 h 2478648"/>
                  <a:gd name="connsiteX73" fmla="*/ 395282 w 1225549"/>
                  <a:gd name="connsiteY73" fmla="*/ 635391 h 2478648"/>
                  <a:gd name="connsiteX74" fmla="*/ 356781 w 1225549"/>
                  <a:gd name="connsiteY74" fmla="*/ 529513 h 2478648"/>
                  <a:gd name="connsiteX75" fmla="*/ 337530 w 1225549"/>
                  <a:gd name="connsiteY75" fmla="*/ 471761 h 2478648"/>
                  <a:gd name="connsiteX76" fmla="*/ 327905 w 1225549"/>
                  <a:gd name="connsiteY76" fmla="*/ 442885 h 2478648"/>
                  <a:gd name="connsiteX77" fmla="*/ 299029 w 1225549"/>
                  <a:gd name="connsiteY77" fmla="*/ 385134 h 2478648"/>
                  <a:gd name="connsiteX78" fmla="*/ 279779 w 1225549"/>
                  <a:gd name="connsiteY78" fmla="*/ 356258 h 2478648"/>
                  <a:gd name="connsiteX79" fmla="*/ 250903 w 1225549"/>
                  <a:gd name="connsiteY79" fmla="*/ 298506 h 2478648"/>
                  <a:gd name="connsiteX80" fmla="*/ 222027 w 1225549"/>
                  <a:gd name="connsiteY80" fmla="*/ 192628 h 2478648"/>
                  <a:gd name="connsiteX81" fmla="*/ 212402 w 1225549"/>
                  <a:gd name="connsiteY81" fmla="*/ 154127 h 2478648"/>
                  <a:gd name="connsiteX82" fmla="*/ 202777 w 1225549"/>
                  <a:gd name="connsiteY82" fmla="*/ 77125 h 2478648"/>
                  <a:gd name="connsiteX83" fmla="*/ 145025 w 1225549"/>
                  <a:gd name="connsiteY83" fmla="*/ 123 h 2478648"/>
                  <a:gd name="connsiteX0" fmla="*/ 145025 w 1225549"/>
                  <a:gd name="connsiteY0" fmla="*/ 123 h 2478648"/>
                  <a:gd name="connsiteX1" fmla="*/ 125775 w 1225549"/>
                  <a:gd name="connsiteY1" fmla="*/ 96376 h 2478648"/>
                  <a:gd name="connsiteX2" fmla="*/ 106524 w 1225549"/>
                  <a:gd name="connsiteY2" fmla="*/ 154127 h 2478648"/>
                  <a:gd name="connsiteX3" fmla="*/ 77648 w 1225549"/>
                  <a:gd name="connsiteY3" fmla="*/ 211879 h 2478648"/>
                  <a:gd name="connsiteX4" fmla="*/ 58398 w 1225549"/>
                  <a:gd name="connsiteY4" fmla="*/ 327382 h 2478648"/>
                  <a:gd name="connsiteX5" fmla="*/ 48772 w 1225549"/>
                  <a:gd name="connsiteY5" fmla="*/ 356258 h 2478648"/>
                  <a:gd name="connsiteX6" fmla="*/ 39147 w 1225549"/>
                  <a:gd name="connsiteY6" fmla="*/ 404384 h 2478648"/>
                  <a:gd name="connsiteX7" fmla="*/ 19897 w 1225549"/>
                  <a:gd name="connsiteY7" fmla="*/ 760519 h 2478648"/>
                  <a:gd name="connsiteX8" fmla="*/ 10271 w 1225549"/>
                  <a:gd name="connsiteY8" fmla="*/ 789395 h 2478648"/>
                  <a:gd name="connsiteX9" fmla="*/ 646 w 1225549"/>
                  <a:gd name="connsiteY9" fmla="*/ 827896 h 2478648"/>
                  <a:gd name="connsiteX10" fmla="*/ 19897 w 1225549"/>
                  <a:gd name="connsiteY10" fmla="*/ 1299534 h 2478648"/>
                  <a:gd name="connsiteX11" fmla="*/ 29522 w 1225549"/>
                  <a:gd name="connsiteY11" fmla="*/ 1328409 h 2478648"/>
                  <a:gd name="connsiteX12" fmla="*/ 39147 w 1225549"/>
                  <a:gd name="connsiteY12" fmla="*/ 1588292 h 2478648"/>
                  <a:gd name="connsiteX13" fmla="*/ 48772 w 1225549"/>
                  <a:gd name="connsiteY13" fmla="*/ 1742296 h 2478648"/>
                  <a:gd name="connsiteX14" fmla="*/ 68023 w 1225549"/>
                  <a:gd name="connsiteY14" fmla="*/ 1848174 h 2478648"/>
                  <a:gd name="connsiteX15" fmla="*/ 87274 w 1225549"/>
                  <a:gd name="connsiteY15" fmla="*/ 2031054 h 2478648"/>
                  <a:gd name="connsiteX16" fmla="*/ 106524 w 1225549"/>
                  <a:gd name="connsiteY16" fmla="*/ 2088805 h 2478648"/>
                  <a:gd name="connsiteX17" fmla="*/ 116149 w 1225549"/>
                  <a:gd name="connsiteY17" fmla="*/ 2271685 h 2478648"/>
                  <a:gd name="connsiteX18" fmla="*/ 145025 w 1225549"/>
                  <a:gd name="connsiteY18" fmla="*/ 2396814 h 2478648"/>
                  <a:gd name="connsiteX19" fmla="*/ 173901 w 1225549"/>
                  <a:gd name="connsiteY19" fmla="*/ 2425689 h 2478648"/>
                  <a:gd name="connsiteX20" fmla="*/ 231652 w 1225549"/>
                  <a:gd name="connsiteY20" fmla="*/ 2444940 h 2478648"/>
                  <a:gd name="connsiteX21" fmla="*/ 327905 w 1225549"/>
                  <a:gd name="connsiteY21" fmla="*/ 2464191 h 2478648"/>
                  <a:gd name="connsiteX22" fmla="*/ 453034 w 1225549"/>
                  <a:gd name="connsiteY22" fmla="*/ 2464191 h 2478648"/>
                  <a:gd name="connsiteX23" fmla="*/ 481909 w 1225549"/>
                  <a:gd name="connsiteY23" fmla="*/ 2435315 h 2478648"/>
                  <a:gd name="connsiteX24" fmla="*/ 510785 w 1225549"/>
                  <a:gd name="connsiteY24" fmla="*/ 2377563 h 2478648"/>
                  <a:gd name="connsiteX25" fmla="*/ 539661 w 1225549"/>
                  <a:gd name="connsiteY25" fmla="*/ 2319812 h 2478648"/>
                  <a:gd name="connsiteX26" fmla="*/ 568537 w 1225549"/>
                  <a:gd name="connsiteY26" fmla="*/ 2262060 h 2478648"/>
                  <a:gd name="connsiteX27" fmla="*/ 578162 w 1225549"/>
                  <a:gd name="connsiteY27" fmla="*/ 2233184 h 2478648"/>
                  <a:gd name="connsiteX28" fmla="*/ 645538 w 1225549"/>
                  <a:gd name="connsiteY28" fmla="*/ 2242810 h 2478648"/>
                  <a:gd name="connsiteX29" fmla="*/ 655164 w 1225549"/>
                  <a:gd name="connsiteY29" fmla="*/ 2213934 h 2478648"/>
                  <a:gd name="connsiteX30" fmla="*/ 684040 w 1225549"/>
                  <a:gd name="connsiteY30" fmla="*/ 2194683 h 2478648"/>
                  <a:gd name="connsiteX31" fmla="*/ 741791 w 1225549"/>
                  <a:gd name="connsiteY31" fmla="*/ 2175433 h 2478648"/>
                  <a:gd name="connsiteX32" fmla="*/ 770667 w 1225549"/>
                  <a:gd name="connsiteY32" fmla="*/ 2165807 h 2478648"/>
                  <a:gd name="connsiteX33" fmla="*/ 799543 w 1225549"/>
                  <a:gd name="connsiteY33" fmla="*/ 2156182 h 2478648"/>
                  <a:gd name="connsiteX34" fmla="*/ 828419 w 1225549"/>
                  <a:gd name="connsiteY34" fmla="*/ 2146557 h 2478648"/>
                  <a:gd name="connsiteX35" fmla="*/ 857295 w 1225549"/>
                  <a:gd name="connsiteY35" fmla="*/ 2127306 h 2478648"/>
                  <a:gd name="connsiteX36" fmla="*/ 915046 w 1225549"/>
                  <a:gd name="connsiteY36" fmla="*/ 2108056 h 2478648"/>
                  <a:gd name="connsiteX37" fmla="*/ 972798 w 1225549"/>
                  <a:gd name="connsiteY37" fmla="*/ 2069555 h 2478648"/>
                  <a:gd name="connsiteX38" fmla="*/ 1001674 w 1225549"/>
                  <a:gd name="connsiteY38" fmla="*/ 2050304 h 2478648"/>
                  <a:gd name="connsiteX39" fmla="*/ 1020924 w 1225549"/>
                  <a:gd name="connsiteY39" fmla="*/ 2021428 h 2478648"/>
                  <a:gd name="connsiteX40" fmla="*/ 1049800 w 1225549"/>
                  <a:gd name="connsiteY40" fmla="*/ 2011803 h 2478648"/>
                  <a:gd name="connsiteX41" fmla="*/ 1088301 w 1225549"/>
                  <a:gd name="connsiteY41" fmla="*/ 2002178 h 2478648"/>
                  <a:gd name="connsiteX42" fmla="*/ 1136427 w 1225549"/>
                  <a:gd name="connsiteY42" fmla="*/ 1992553 h 2478648"/>
                  <a:gd name="connsiteX43" fmla="*/ 1194179 w 1225549"/>
                  <a:gd name="connsiteY43" fmla="*/ 1973302 h 2478648"/>
                  <a:gd name="connsiteX44" fmla="*/ 1213429 w 1225549"/>
                  <a:gd name="connsiteY44" fmla="*/ 1944426 h 2478648"/>
                  <a:gd name="connsiteX45" fmla="*/ 1213429 w 1225549"/>
                  <a:gd name="connsiteY45" fmla="*/ 1819298 h 2478648"/>
                  <a:gd name="connsiteX46" fmla="*/ 1184554 w 1225549"/>
                  <a:gd name="connsiteY46" fmla="*/ 1800047 h 2478648"/>
                  <a:gd name="connsiteX47" fmla="*/ 1126802 w 1225549"/>
                  <a:gd name="connsiteY47" fmla="*/ 1780797 h 2478648"/>
                  <a:gd name="connsiteX48" fmla="*/ 1097926 w 1225549"/>
                  <a:gd name="connsiteY48" fmla="*/ 1771172 h 2478648"/>
                  <a:gd name="connsiteX49" fmla="*/ 1049800 w 1225549"/>
                  <a:gd name="connsiteY49" fmla="*/ 1694169 h 2478648"/>
                  <a:gd name="connsiteX50" fmla="*/ 982423 w 1225549"/>
                  <a:gd name="connsiteY50" fmla="*/ 1617167 h 2478648"/>
                  <a:gd name="connsiteX51" fmla="*/ 943922 w 1225549"/>
                  <a:gd name="connsiteY51" fmla="*/ 1569041 h 2478648"/>
                  <a:gd name="connsiteX52" fmla="*/ 895796 w 1225549"/>
                  <a:gd name="connsiteY52" fmla="*/ 1482414 h 2478648"/>
                  <a:gd name="connsiteX53" fmla="*/ 838044 w 1225549"/>
                  <a:gd name="connsiteY53" fmla="*/ 1453538 h 2478648"/>
                  <a:gd name="connsiteX54" fmla="*/ 799543 w 1225549"/>
                  <a:gd name="connsiteY54" fmla="*/ 1395786 h 2478648"/>
                  <a:gd name="connsiteX55" fmla="*/ 780292 w 1225549"/>
                  <a:gd name="connsiteY55" fmla="*/ 1366911 h 2478648"/>
                  <a:gd name="connsiteX56" fmla="*/ 751417 w 1225549"/>
                  <a:gd name="connsiteY56" fmla="*/ 1347660 h 2478648"/>
                  <a:gd name="connsiteX57" fmla="*/ 712916 w 1225549"/>
                  <a:gd name="connsiteY57" fmla="*/ 1289908 h 2478648"/>
                  <a:gd name="connsiteX58" fmla="*/ 693665 w 1225549"/>
                  <a:gd name="connsiteY58" fmla="*/ 1261033 h 2478648"/>
                  <a:gd name="connsiteX59" fmla="*/ 664789 w 1225549"/>
                  <a:gd name="connsiteY59" fmla="*/ 1174405 h 2478648"/>
                  <a:gd name="connsiteX60" fmla="*/ 655164 w 1225549"/>
                  <a:gd name="connsiteY60" fmla="*/ 1145529 h 2478648"/>
                  <a:gd name="connsiteX61" fmla="*/ 635914 w 1225549"/>
                  <a:gd name="connsiteY61" fmla="*/ 1116654 h 2478648"/>
                  <a:gd name="connsiteX62" fmla="*/ 626288 w 1225549"/>
                  <a:gd name="connsiteY62" fmla="*/ 1087778 h 2478648"/>
                  <a:gd name="connsiteX63" fmla="*/ 597412 w 1225549"/>
                  <a:gd name="connsiteY63" fmla="*/ 1068527 h 2478648"/>
                  <a:gd name="connsiteX64" fmla="*/ 578162 w 1225549"/>
                  <a:gd name="connsiteY64" fmla="*/ 1039652 h 2478648"/>
                  <a:gd name="connsiteX65" fmla="*/ 549286 w 1225549"/>
                  <a:gd name="connsiteY65" fmla="*/ 1010776 h 2478648"/>
                  <a:gd name="connsiteX66" fmla="*/ 530036 w 1225549"/>
                  <a:gd name="connsiteY66" fmla="*/ 953024 h 2478648"/>
                  <a:gd name="connsiteX67" fmla="*/ 520410 w 1225549"/>
                  <a:gd name="connsiteY67" fmla="*/ 924148 h 2478648"/>
                  <a:gd name="connsiteX68" fmla="*/ 510785 w 1225549"/>
                  <a:gd name="connsiteY68" fmla="*/ 895273 h 2478648"/>
                  <a:gd name="connsiteX69" fmla="*/ 472284 w 1225549"/>
                  <a:gd name="connsiteY69" fmla="*/ 837521 h 2478648"/>
                  <a:gd name="connsiteX70" fmla="*/ 453034 w 1225549"/>
                  <a:gd name="connsiteY70" fmla="*/ 808645 h 2478648"/>
                  <a:gd name="connsiteX71" fmla="*/ 414532 w 1225549"/>
                  <a:gd name="connsiteY71" fmla="*/ 693142 h 2478648"/>
                  <a:gd name="connsiteX72" fmla="*/ 404907 w 1225549"/>
                  <a:gd name="connsiteY72" fmla="*/ 664266 h 2478648"/>
                  <a:gd name="connsiteX73" fmla="*/ 395282 w 1225549"/>
                  <a:gd name="connsiteY73" fmla="*/ 635391 h 2478648"/>
                  <a:gd name="connsiteX74" fmla="*/ 356781 w 1225549"/>
                  <a:gd name="connsiteY74" fmla="*/ 529513 h 2478648"/>
                  <a:gd name="connsiteX75" fmla="*/ 337530 w 1225549"/>
                  <a:gd name="connsiteY75" fmla="*/ 471761 h 2478648"/>
                  <a:gd name="connsiteX76" fmla="*/ 327905 w 1225549"/>
                  <a:gd name="connsiteY76" fmla="*/ 442885 h 2478648"/>
                  <a:gd name="connsiteX77" fmla="*/ 299029 w 1225549"/>
                  <a:gd name="connsiteY77" fmla="*/ 385134 h 2478648"/>
                  <a:gd name="connsiteX78" fmla="*/ 279779 w 1225549"/>
                  <a:gd name="connsiteY78" fmla="*/ 356258 h 2478648"/>
                  <a:gd name="connsiteX79" fmla="*/ 250903 w 1225549"/>
                  <a:gd name="connsiteY79" fmla="*/ 298506 h 2478648"/>
                  <a:gd name="connsiteX80" fmla="*/ 222027 w 1225549"/>
                  <a:gd name="connsiteY80" fmla="*/ 192628 h 2478648"/>
                  <a:gd name="connsiteX81" fmla="*/ 212402 w 1225549"/>
                  <a:gd name="connsiteY81" fmla="*/ 154127 h 2478648"/>
                  <a:gd name="connsiteX82" fmla="*/ 202777 w 1225549"/>
                  <a:gd name="connsiteY82" fmla="*/ 77125 h 2478648"/>
                  <a:gd name="connsiteX83" fmla="*/ 145025 w 1225549"/>
                  <a:gd name="connsiteY83" fmla="*/ 123 h 2478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1225549" h="2478648">
                    <a:moveTo>
                      <a:pt x="145025" y="123"/>
                    </a:moveTo>
                    <a:cubicBezTo>
                      <a:pt x="132191" y="3331"/>
                      <a:pt x="136543" y="60482"/>
                      <a:pt x="125775" y="96376"/>
                    </a:cubicBezTo>
                    <a:cubicBezTo>
                      <a:pt x="119944" y="115812"/>
                      <a:pt x="117780" y="137243"/>
                      <a:pt x="106524" y="154127"/>
                    </a:cubicBezTo>
                    <a:cubicBezTo>
                      <a:pt x="85434" y="185763"/>
                      <a:pt x="87610" y="177012"/>
                      <a:pt x="77648" y="211879"/>
                    </a:cubicBezTo>
                    <a:cubicBezTo>
                      <a:pt x="58523" y="278816"/>
                      <a:pt x="75973" y="230720"/>
                      <a:pt x="58398" y="327382"/>
                    </a:cubicBezTo>
                    <a:cubicBezTo>
                      <a:pt x="56583" y="337364"/>
                      <a:pt x="51233" y="346415"/>
                      <a:pt x="48772" y="356258"/>
                    </a:cubicBezTo>
                    <a:cubicBezTo>
                      <a:pt x="44804" y="372129"/>
                      <a:pt x="42355" y="388342"/>
                      <a:pt x="39147" y="404384"/>
                    </a:cubicBezTo>
                    <a:cubicBezTo>
                      <a:pt x="36829" y="457706"/>
                      <a:pt x="29137" y="681979"/>
                      <a:pt x="19897" y="760519"/>
                    </a:cubicBezTo>
                    <a:cubicBezTo>
                      <a:pt x="18711" y="770596"/>
                      <a:pt x="13058" y="779639"/>
                      <a:pt x="10271" y="789395"/>
                    </a:cubicBezTo>
                    <a:cubicBezTo>
                      <a:pt x="6637" y="802115"/>
                      <a:pt x="3854" y="815062"/>
                      <a:pt x="646" y="827896"/>
                    </a:cubicBezTo>
                    <a:cubicBezTo>
                      <a:pt x="1599" y="867929"/>
                      <a:pt x="-7242" y="1163841"/>
                      <a:pt x="19897" y="1299534"/>
                    </a:cubicBezTo>
                    <a:cubicBezTo>
                      <a:pt x="21887" y="1309483"/>
                      <a:pt x="26314" y="1318784"/>
                      <a:pt x="29522" y="1328409"/>
                    </a:cubicBezTo>
                    <a:cubicBezTo>
                      <a:pt x="32730" y="1415037"/>
                      <a:pt x="35120" y="1501699"/>
                      <a:pt x="39147" y="1588292"/>
                    </a:cubicBezTo>
                    <a:cubicBezTo>
                      <a:pt x="41537" y="1639671"/>
                      <a:pt x="44500" y="1691039"/>
                      <a:pt x="48772" y="1742296"/>
                    </a:cubicBezTo>
                    <a:cubicBezTo>
                      <a:pt x="54818" y="1814851"/>
                      <a:pt x="52116" y="1800452"/>
                      <a:pt x="68023" y="1848174"/>
                    </a:cubicBezTo>
                    <a:cubicBezTo>
                      <a:pt x="72259" y="1907486"/>
                      <a:pt x="71197" y="1972106"/>
                      <a:pt x="87274" y="2031054"/>
                    </a:cubicBezTo>
                    <a:cubicBezTo>
                      <a:pt x="92613" y="2050631"/>
                      <a:pt x="106524" y="2088805"/>
                      <a:pt x="106524" y="2088805"/>
                    </a:cubicBezTo>
                    <a:cubicBezTo>
                      <a:pt x="109732" y="2149765"/>
                      <a:pt x="111467" y="2210820"/>
                      <a:pt x="116149" y="2271685"/>
                    </a:cubicBezTo>
                    <a:cubicBezTo>
                      <a:pt x="117472" y="2288888"/>
                      <a:pt x="128594" y="2380384"/>
                      <a:pt x="145025" y="2396814"/>
                    </a:cubicBezTo>
                    <a:cubicBezTo>
                      <a:pt x="154650" y="2406439"/>
                      <a:pt x="162002" y="2419078"/>
                      <a:pt x="173901" y="2425689"/>
                    </a:cubicBezTo>
                    <a:cubicBezTo>
                      <a:pt x="191639" y="2435544"/>
                      <a:pt x="212402" y="2438523"/>
                      <a:pt x="231652" y="2444940"/>
                    </a:cubicBezTo>
                    <a:cubicBezTo>
                      <a:pt x="282047" y="2461738"/>
                      <a:pt x="250493" y="2453131"/>
                      <a:pt x="327905" y="2464191"/>
                    </a:cubicBezTo>
                    <a:cubicBezTo>
                      <a:pt x="376528" y="2480398"/>
                      <a:pt x="381144" y="2486311"/>
                      <a:pt x="453034" y="2464191"/>
                    </a:cubicBezTo>
                    <a:cubicBezTo>
                      <a:pt x="466044" y="2460188"/>
                      <a:pt x="472284" y="2444940"/>
                      <a:pt x="481909" y="2435315"/>
                    </a:cubicBezTo>
                    <a:cubicBezTo>
                      <a:pt x="506107" y="2362727"/>
                      <a:pt x="473464" y="2452207"/>
                      <a:pt x="510785" y="2377563"/>
                    </a:cubicBezTo>
                    <a:cubicBezTo>
                      <a:pt x="550627" y="2297876"/>
                      <a:pt x="484500" y="2402549"/>
                      <a:pt x="539661" y="2319812"/>
                    </a:cubicBezTo>
                    <a:cubicBezTo>
                      <a:pt x="563854" y="2247232"/>
                      <a:pt x="531219" y="2336696"/>
                      <a:pt x="568537" y="2262060"/>
                    </a:cubicBezTo>
                    <a:cubicBezTo>
                      <a:pt x="573074" y="2252985"/>
                      <a:pt x="565329" y="2236392"/>
                      <a:pt x="578162" y="2233184"/>
                    </a:cubicBezTo>
                    <a:cubicBezTo>
                      <a:pt x="590995" y="2229976"/>
                      <a:pt x="629667" y="2246778"/>
                      <a:pt x="645538" y="2242810"/>
                    </a:cubicBezTo>
                    <a:cubicBezTo>
                      <a:pt x="655381" y="2240349"/>
                      <a:pt x="645539" y="2217142"/>
                      <a:pt x="655164" y="2213934"/>
                    </a:cubicBezTo>
                    <a:cubicBezTo>
                      <a:pt x="664789" y="2207517"/>
                      <a:pt x="673469" y="2199381"/>
                      <a:pt x="684040" y="2194683"/>
                    </a:cubicBezTo>
                    <a:cubicBezTo>
                      <a:pt x="702583" y="2186442"/>
                      <a:pt x="722541" y="2181850"/>
                      <a:pt x="741791" y="2175433"/>
                    </a:cubicBezTo>
                    <a:lnTo>
                      <a:pt x="770667" y="2165807"/>
                    </a:lnTo>
                    <a:lnTo>
                      <a:pt x="799543" y="2156182"/>
                    </a:lnTo>
                    <a:lnTo>
                      <a:pt x="828419" y="2146557"/>
                    </a:lnTo>
                    <a:cubicBezTo>
                      <a:pt x="838044" y="2140140"/>
                      <a:pt x="846724" y="2132004"/>
                      <a:pt x="857295" y="2127306"/>
                    </a:cubicBezTo>
                    <a:cubicBezTo>
                      <a:pt x="875838" y="2119065"/>
                      <a:pt x="915046" y="2108056"/>
                      <a:pt x="915046" y="2108056"/>
                    </a:cubicBezTo>
                    <a:lnTo>
                      <a:pt x="972798" y="2069555"/>
                    </a:lnTo>
                    <a:lnTo>
                      <a:pt x="1001674" y="2050304"/>
                    </a:lnTo>
                    <a:cubicBezTo>
                      <a:pt x="1008091" y="2040679"/>
                      <a:pt x="1011891" y="2028655"/>
                      <a:pt x="1020924" y="2021428"/>
                    </a:cubicBezTo>
                    <a:cubicBezTo>
                      <a:pt x="1028847" y="2015090"/>
                      <a:pt x="1040044" y="2014590"/>
                      <a:pt x="1049800" y="2011803"/>
                    </a:cubicBezTo>
                    <a:cubicBezTo>
                      <a:pt x="1062520" y="2008169"/>
                      <a:pt x="1075387" y="2005048"/>
                      <a:pt x="1088301" y="2002178"/>
                    </a:cubicBezTo>
                    <a:cubicBezTo>
                      <a:pt x="1104271" y="1998629"/>
                      <a:pt x="1120644" y="1996858"/>
                      <a:pt x="1136427" y="1992553"/>
                    </a:cubicBezTo>
                    <a:cubicBezTo>
                      <a:pt x="1156004" y="1987214"/>
                      <a:pt x="1194179" y="1973302"/>
                      <a:pt x="1194179" y="1973302"/>
                    </a:cubicBezTo>
                    <a:cubicBezTo>
                      <a:pt x="1200596" y="1963677"/>
                      <a:pt x="1208256" y="1954773"/>
                      <a:pt x="1213429" y="1944426"/>
                    </a:cubicBezTo>
                    <a:cubicBezTo>
                      <a:pt x="1232532" y="1906222"/>
                      <a:pt x="1226356" y="1858080"/>
                      <a:pt x="1213429" y="1819298"/>
                    </a:cubicBezTo>
                    <a:cubicBezTo>
                      <a:pt x="1209771" y="1808324"/>
                      <a:pt x="1195125" y="1804745"/>
                      <a:pt x="1184554" y="1800047"/>
                    </a:cubicBezTo>
                    <a:cubicBezTo>
                      <a:pt x="1166011" y="1791806"/>
                      <a:pt x="1146053" y="1787214"/>
                      <a:pt x="1126802" y="1780797"/>
                    </a:cubicBezTo>
                    <a:lnTo>
                      <a:pt x="1097926" y="1771172"/>
                    </a:lnTo>
                    <a:cubicBezTo>
                      <a:pt x="1028656" y="1724991"/>
                      <a:pt x="1113947" y="1790389"/>
                      <a:pt x="1049800" y="1694169"/>
                    </a:cubicBezTo>
                    <a:cubicBezTo>
                      <a:pt x="1004882" y="1626793"/>
                      <a:pt x="1030549" y="1649252"/>
                      <a:pt x="982423" y="1617167"/>
                    </a:cubicBezTo>
                    <a:cubicBezTo>
                      <a:pt x="958230" y="1544588"/>
                      <a:pt x="993679" y="1631238"/>
                      <a:pt x="943922" y="1569041"/>
                    </a:cubicBezTo>
                    <a:cubicBezTo>
                      <a:pt x="919267" y="1538221"/>
                      <a:pt x="957516" y="1502989"/>
                      <a:pt x="895796" y="1482414"/>
                    </a:cubicBezTo>
                    <a:cubicBezTo>
                      <a:pt x="855946" y="1469130"/>
                      <a:pt x="875362" y="1478416"/>
                      <a:pt x="838044" y="1453538"/>
                    </a:cubicBezTo>
                    <a:lnTo>
                      <a:pt x="799543" y="1395786"/>
                    </a:lnTo>
                    <a:cubicBezTo>
                      <a:pt x="793126" y="1386161"/>
                      <a:pt x="789917" y="1373328"/>
                      <a:pt x="780292" y="1366911"/>
                    </a:cubicBezTo>
                    <a:lnTo>
                      <a:pt x="751417" y="1347660"/>
                    </a:lnTo>
                    <a:lnTo>
                      <a:pt x="712916" y="1289908"/>
                    </a:lnTo>
                    <a:lnTo>
                      <a:pt x="693665" y="1261033"/>
                    </a:lnTo>
                    <a:lnTo>
                      <a:pt x="664789" y="1174405"/>
                    </a:lnTo>
                    <a:cubicBezTo>
                      <a:pt x="661581" y="1164780"/>
                      <a:pt x="660792" y="1153971"/>
                      <a:pt x="655164" y="1145529"/>
                    </a:cubicBezTo>
                    <a:cubicBezTo>
                      <a:pt x="648747" y="1135904"/>
                      <a:pt x="641087" y="1127001"/>
                      <a:pt x="635914" y="1116654"/>
                    </a:cubicBezTo>
                    <a:cubicBezTo>
                      <a:pt x="631376" y="1107579"/>
                      <a:pt x="632626" y="1095701"/>
                      <a:pt x="626288" y="1087778"/>
                    </a:cubicBezTo>
                    <a:cubicBezTo>
                      <a:pt x="619061" y="1078745"/>
                      <a:pt x="607037" y="1074944"/>
                      <a:pt x="597412" y="1068527"/>
                    </a:cubicBezTo>
                    <a:cubicBezTo>
                      <a:pt x="590995" y="1058902"/>
                      <a:pt x="585568" y="1048539"/>
                      <a:pt x="578162" y="1039652"/>
                    </a:cubicBezTo>
                    <a:cubicBezTo>
                      <a:pt x="569448" y="1029195"/>
                      <a:pt x="555897" y="1022675"/>
                      <a:pt x="549286" y="1010776"/>
                    </a:cubicBezTo>
                    <a:cubicBezTo>
                      <a:pt x="539431" y="993038"/>
                      <a:pt x="536453" y="972275"/>
                      <a:pt x="530036" y="953024"/>
                    </a:cubicBezTo>
                    <a:lnTo>
                      <a:pt x="520410" y="924148"/>
                    </a:lnTo>
                    <a:cubicBezTo>
                      <a:pt x="517202" y="914523"/>
                      <a:pt x="516413" y="903715"/>
                      <a:pt x="510785" y="895273"/>
                    </a:cubicBezTo>
                    <a:lnTo>
                      <a:pt x="472284" y="837521"/>
                    </a:lnTo>
                    <a:cubicBezTo>
                      <a:pt x="465867" y="827896"/>
                      <a:pt x="456692" y="819619"/>
                      <a:pt x="453034" y="808645"/>
                    </a:cubicBezTo>
                    <a:lnTo>
                      <a:pt x="414532" y="693142"/>
                    </a:lnTo>
                    <a:lnTo>
                      <a:pt x="404907" y="664266"/>
                    </a:lnTo>
                    <a:cubicBezTo>
                      <a:pt x="401699" y="654641"/>
                      <a:pt x="397743" y="645234"/>
                      <a:pt x="395282" y="635391"/>
                    </a:cubicBezTo>
                    <a:cubicBezTo>
                      <a:pt x="373225" y="547166"/>
                      <a:pt x="390707" y="580402"/>
                      <a:pt x="356781" y="529513"/>
                    </a:cubicBezTo>
                    <a:lnTo>
                      <a:pt x="337530" y="471761"/>
                    </a:lnTo>
                    <a:cubicBezTo>
                      <a:pt x="334322" y="462136"/>
                      <a:pt x="333533" y="451327"/>
                      <a:pt x="327905" y="442885"/>
                    </a:cubicBezTo>
                    <a:cubicBezTo>
                      <a:pt x="272737" y="360130"/>
                      <a:pt x="338880" y="464834"/>
                      <a:pt x="299029" y="385134"/>
                    </a:cubicBezTo>
                    <a:cubicBezTo>
                      <a:pt x="293856" y="374787"/>
                      <a:pt x="284952" y="366605"/>
                      <a:pt x="279779" y="356258"/>
                    </a:cubicBezTo>
                    <a:cubicBezTo>
                      <a:pt x="239934" y="276565"/>
                      <a:pt x="306068" y="381252"/>
                      <a:pt x="250903" y="298506"/>
                    </a:cubicBezTo>
                    <a:cubicBezTo>
                      <a:pt x="220854" y="208363"/>
                      <a:pt x="240166" y="274256"/>
                      <a:pt x="222027" y="192628"/>
                    </a:cubicBezTo>
                    <a:cubicBezTo>
                      <a:pt x="219157" y="179714"/>
                      <a:pt x="214577" y="167176"/>
                      <a:pt x="212402" y="154127"/>
                    </a:cubicBezTo>
                    <a:cubicBezTo>
                      <a:pt x="208150" y="128612"/>
                      <a:pt x="208197" y="102418"/>
                      <a:pt x="202777" y="77125"/>
                    </a:cubicBezTo>
                    <a:cubicBezTo>
                      <a:pt x="198525" y="57284"/>
                      <a:pt x="157859" y="-3085"/>
                      <a:pt x="145025" y="123"/>
                    </a:cubicBezTo>
                    <a:close/>
                  </a:path>
                </a:pathLst>
              </a:custGeom>
              <a:solidFill>
                <a:srgbClr val="EF3F31"/>
              </a:solidFill>
              <a:ln>
                <a:solidFill>
                  <a:srgbClr val="F4726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Freeform: Shape 7">
                <a:extLst>
                  <a:ext uri="{FF2B5EF4-FFF2-40B4-BE49-F238E27FC236}">
                    <a16:creationId xmlns:a16="http://schemas.microsoft.com/office/drawing/2014/main" id="{ABFC7529-B838-47CA-8F0E-9BC8E6F15CC1}"/>
                  </a:ext>
                </a:extLst>
              </p:cNvPr>
              <p:cNvSpPr/>
              <p:nvPr/>
            </p:nvSpPr>
            <p:spPr>
              <a:xfrm>
                <a:off x="5707781" y="1270534"/>
                <a:ext cx="2310383" cy="4078608"/>
              </a:xfrm>
              <a:custGeom>
                <a:avLst/>
                <a:gdLst>
                  <a:gd name="connsiteX0" fmla="*/ 269508 w 2310383"/>
                  <a:gd name="connsiteY0" fmla="*/ 972152 h 4078608"/>
                  <a:gd name="connsiteX1" fmla="*/ 259882 w 2310383"/>
                  <a:gd name="connsiteY1" fmla="*/ 924026 h 4078608"/>
                  <a:gd name="connsiteX2" fmla="*/ 240632 w 2310383"/>
                  <a:gd name="connsiteY2" fmla="*/ 866274 h 4078608"/>
                  <a:gd name="connsiteX3" fmla="*/ 250257 w 2310383"/>
                  <a:gd name="connsiteY3" fmla="*/ 673769 h 4078608"/>
                  <a:gd name="connsiteX4" fmla="*/ 269508 w 2310383"/>
                  <a:gd name="connsiteY4" fmla="*/ 596767 h 4078608"/>
                  <a:gd name="connsiteX5" fmla="*/ 279133 w 2310383"/>
                  <a:gd name="connsiteY5" fmla="*/ 539015 h 4078608"/>
                  <a:gd name="connsiteX6" fmla="*/ 298383 w 2310383"/>
                  <a:gd name="connsiteY6" fmla="*/ 481263 h 4078608"/>
                  <a:gd name="connsiteX7" fmla="*/ 308009 w 2310383"/>
                  <a:gd name="connsiteY7" fmla="*/ 452388 h 4078608"/>
                  <a:gd name="connsiteX8" fmla="*/ 336884 w 2310383"/>
                  <a:gd name="connsiteY8" fmla="*/ 346510 h 4078608"/>
                  <a:gd name="connsiteX9" fmla="*/ 356135 w 2310383"/>
                  <a:gd name="connsiteY9" fmla="*/ 317634 h 4078608"/>
                  <a:gd name="connsiteX10" fmla="*/ 365760 w 2310383"/>
                  <a:gd name="connsiteY10" fmla="*/ 288758 h 4078608"/>
                  <a:gd name="connsiteX11" fmla="*/ 404261 w 2310383"/>
                  <a:gd name="connsiteY11" fmla="*/ 231007 h 4078608"/>
                  <a:gd name="connsiteX12" fmla="*/ 413887 w 2310383"/>
                  <a:gd name="connsiteY12" fmla="*/ 202131 h 4078608"/>
                  <a:gd name="connsiteX13" fmla="*/ 442762 w 2310383"/>
                  <a:gd name="connsiteY13" fmla="*/ 192506 h 4078608"/>
                  <a:gd name="connsiteX14" fmla="*/ 481263 w 2310383"/>
                  <a:gd name="connsiteY14" fmla="*/ 154004 h 4078608"/>
                  <a:gd name="connsiteX15" fmla="*/ 510139 w 2310383"/>
                  <a:gd name="connsiteY15" fmla="*/ 125129 h 4078608"/>
                  <a:gd name="connsiteX16" fmla="*/ 567891 w 2310383"/>
                  <a:gd name="connsiteY16" fmla="*/ 105878 h 4078608"/>
                  <a:gd name="connsiteX17" fmla="*/ 596767 w 2310383"/>
                  <a:gd name="connsiteY17" fmla="*/ 86628 h 4078608"/>
                  <a:gd name="connsiteX18" fmla="*/ 644893 w 2310383"/>
                  <a:gd name="connsiteY18" fmla="*/ 48127 h 4078608"/>
                  <a:gd name="connsiteX19" fmla="*/ 673769 w 2310383"/>
                  <a:gd name="connsiteY19" fmla="*/ 28876 h 4078608"/>
                  <a:gd name="connsiteX20" fmla="*/ 856649 w 2310383"/>
                  <a:gd name="connsiteY20" fmla="*/ 0 h 4078608"/>
                  <a:gd name="connsiteX21" fmla="*/ 1058779 w 2310383"/>
                  <a:gd name="connsiteY21" fmla="*/ 9626 h 4078608"/>
                  <a:gd name="connsiteX22" fmla="*/ 1116531 w 2310383"/>
                  <a:gd name="connsiteY22" fmla="*/ 28876 h 4078608"/>
                  <a:gd name="connsiteX23" fmla="*/ 1203158 w 2310383"/>
                  <a:gd name="connsiteY23" fmla="*/ 86628 h 4078608"/>
                  <a:gd name="connsiteX24" fmla="*/ 1232034 w 2310383"/>
                  <a:gd name="connsiteY24" fmla="*/ 105878 h 4078608"/>
                  <a:gd name="connsiteX25" fmla="*/ 1260910 w 2310383"/>
                  <a:gd name="connsiteY25" fmla="*/ 115503 h 4078608"/>
                  <a:gd name="connsiteX26" fmla="*/ 1280160 w 2310383"/>
                  <a:gd name="connsiteY26" fmla="*/ 144379 h 4078608"/>
                  <a:gd name="connsiteX27" fmla="*/ 1337912 w 2310383"/>
                  <a:gd name="connsiteY27" fmla="*/ 163630 h 4078608"/>
                  <a:gd name="connsiteX28" fmla="*/ 1366788 w 2310383"/>
                  <a:gd name="connsiteY28" fmla="*/ 192506 h 4078608"/>
                  <a:gd name="connsiteX29" fmla="*/ 1386038 w 2310383"/>
                  <a:gd name="connsiteY29" fmla="*/ 221381 h 4078608"/>
                  <a:gd name="connsiteX30" fmla="*/ 1414914 w 2310383"/>
                  <a:gd name="connsiteY30" fmla="*/ 240632 h 4078608"/>
                  <a:gd name="connsiteX31" fmla="*/ 1463040 w 2310383"/>
                  <a:gd name="connsiteY31" fmla="*/ 288758 h 4078608"/>
                  <a:gd name="connsiteX32" fmla="*/ 1482291 w 2310383"/>
                  <a:gd name="connsiteY32" fmla="*/ 317634 h 4078608"/>
                  <a:gd name="connsiteX33" fmla="*/ 1540042 w 2310383"/>
                  <a:gd name="connsiteY33" fmla="*/ 356135 h 4078608"/>
                  <a:gd name="connsiteX34" fmla="*/ 1559293 w 2310383"/>
                  <a:gd name="connsiteY34" fmla="*/ 385011 h 4078608"/>
                  <a:gd name="connsiteX35" fmla="*/ 1588169 w 2310383"/>
                  <a:gd name="connsiteY35" fmla="*/ 404261 h 4078608"/>
                  <a:gd name="connsiteX36" fmla="*/ 1626670 w 2310383"/>
                  <a:gd name="connsiteY36" fmla="*/ 462013 h 4078608"/>
                  <a:gd name="connsiteX37" fmla="*/ 1645920 w 2310383"/>
                  <a:gd name="connsiteY37" fmla="*/ 490889 h 4078608"/>
                  <a:gd name="connsiteX38" fmla="*/ 1665171 w 2310383"/>
                  <a:gd name="connsiteY38" fmla="*/ 519764 h 4078608"/>
                  <a:gd name="connsiteX39" fmla="*/ 1703672 w 2310383"/>
                  <a:gd name="connsiteY39" fmla="*/ 577516 h 4078608"/>
                  <a:gd name="connsiteX40" fmla="*/ 1722922 w 2310383"/>
                  <a:gd name="connsiteY40" fmla="*/ 606392 h 4078608"/>
                  <a:gd name="connsiteX41" fmla="*/ 1780674 w 2310383"/>
                  <a:gd name="connsiteY41" fmla="*/ 644893 h 4078608"/>
                  <a:gd name="connsiteX42" fmla="*/ 1819175 w 2310383"/>
                  <a:gd name="connsiteY42" fmla="*/ 693019 h 4078608"/>
                  <a:gd name="connsiteX43" fmla="*/ 1857676 w 2310383"/>
                  <a:gd name="connsiteY43" fmla="*/ 750771 h 4078608"/>
                  <a:gd name="connsiteX44" fmla="*/ 1867301 w 2310383"/>
                  <a:gd name="connsiteY44" fmla="*/ 779647 h 4078608"/>
                  <a:gd name="connsiteX45" fmla="*/ 1896177 w 2310383"/>
                  <a:gd name="connsiteY45" fmla="*/ 808522 h 4078608"/>
                  <a:gd name="connsiteX46" fmla="*/ 1915428 w 2310383"/>
                  <a:gd name="connsiteY46" fmla="*/ 837398 h 4078608"/>
                  <a:gd name="connsiteX47" fmla="*/ 1963554 w 2310383"/>
                  <a:gd name="connsiteY47" fmla="*/ 924026 h 4078608"/>
                  <a:gd name="connsiteX48" fmla="*/ 1982804 w 2310383"/>
                  <a:gd name="connsiteY48" fmla="*/ 952901 h 4078608"/>
                  <a:gd name="connsiteX49" fmla="*/ 2011680 w 2310383"/>
                  <a:gd name="connsiteY49" fmla="*/ 1010653 h 4078608"/>
                  <a:gd name="connsiteX50" fmla="*/ 2107933 w 2310383"/>
                  <a:gd name="connsiteY50" fmla="*/ 1126156 h 4078608"/>
                  <a:gd name="connsiteX51" fmla="*/ 2127183 w 2310383"/>
                  <a:gd name="connsiteY51" fmla="*/ 1155032 h 4078608"/>
                  <a:gd name="connsiteX52" fmla="*/ 2175310 w 2310383"/>
                  <a:gd name="connsiteY52" fmla="*/ 1241659 h 4078608"/>
                  <a:gd name="connsiteX53" fmla="*/ 2194560 w 2310383"/>
                  <a:gd name="connsiteY53" fmla="*/ 1270535 h 4078608"/>
                  <a:gd name="connsiteX54" fmla="*/ 2213811 w 2310383"/>
                  <a:gd name="connsiteY54" fmla="*/ 1328287 h 4078608"/>
                  <a:gd name="connsiteX55" fmla="*/ 2281188 w 2310383"/>
                  <a:gd name="connsiteY55" fmla="*/ 1414914 h 4078608"/>
                  <a:gd name="connsiteX56" fmla="*/ 2290813 w 2310383"/>
                  <a:gd name="connsiteY56" fmla="*/ 1443790 h 4078608"/>
                  <a:gd name="connsiteX57" fmla="*/ 2310063 w 2310383"/>
                  <a:gd name="connsiteY57" fmla="*/ 1472666 h 4078608"/>
                  <a:gd name="connsiteX58" fmla="*/ 2281188 w 2310383"/>
                  <a:gd name="connsiteY58" fmla="*/ 1665171 h 4078608"/>
                  <a:gd name="connsiteX59" fmla="*/ 2261937 w 2310383"/>
                  <a:gd name="connsiteY59" fmla="*/ 1694047 h 4078608"/>
                  <a:gd name="connsiteX60" fmla="*/ 2233061 w 2310383"/>
                  <a:gd name="connsiteY60" fmla="*/ 1790299 h 4078608"/>
                  <a:gd name="connsiteX61" fmla="*/ 2223436 w 2310383"/>
                  <a:gd name="connsiteY61" fmla="*/ 1925053 h 4078608"/>
                  <a:gd name="connsiteX62" fmla="*/ 2204186 w 2310383"/>
                  <a:gd name="connsiteY62" fmla="*/ 2030931 h 4078608"/>
                  <a:gd name="connsiteX63" fmla="*/ 2175310 w 2310383"/>
                  <a:gd name="connsiteY63" fmla="*/ 2088682 h 4078608"/>
                  <a:gd name="connsiteX64" fmla="*/ 2156059 w 2310383"/>
                  <a:gd name="connsiteY64" fmla="*/ 2146434 h 4078608"/>
                  <a:gd name="connsiteX65" fmla="*/ 2136809 w 2310383"/>
                  <a:gd name="connsiteY65" fmla="*/ 2175310 h 4078608"/>
                  <a:gd name="connsiteX66" fmla="*/ 2117558 w 2310383"/>
                  <a:gd name="connsiteY66" fmla="*/ 2242687 h 4078608"/>
                  <a:gd name="connsiteX67" fmla="*/ 2098308 w 2310383"/>
                  <a:gd name="connsiteY67" fmla="*/ 2300438 h 4078608"/>
                  <a:gd name="connsiteX68" fmla="*/ 2088682 w 2310383"/>
                  <a:gd name="connsiteY68" fmla="*/ 2329314 h 4078608"/>
                  <a:gd name="connsiteX69" fmla="*/ 2069432 w 2310383"/>
                  <a:gd name="connsiteY69" fmla="*/ 2358190 h 4078608"/>
                  <a:gd name="connsiteX70" fmla="*/ 2059807 w 2310383"/>
                  <a:gd name="connsiteY70" fmla="*/ 2387066 h 4078608"/>
                  <a:gd name="connsiteX71" fmla="*/ 2040556 w 2310383"/>
                  <a:gd name="connsiteY71" fmla="*/ 2483318 h 4078608"/>
                  <a:gd name="connsiteX72" fmla="*/ 2011680 w 2310383"/>
                  <a:gd name="connsiteY72" fmla="*/ 2569946 h 4078608"/>
                  <a:gd name="connsiteX73" fmla="*/ 2002055 w 2310383"/>
                  <a:gd name="connsiteY73" fmla="*/ 2598821 h 4078608"/>
                  <a:gd name="connsiteX74" fmla="*/ 1982804 w 2310383"/>
                  <a:gd name="connsiteY74" fmla="*/ 2627697 h 4078608"/>
                  <a:gd name="connsiteX75" fmla="*/ 1963554 w 2310383"/>
                  <a:gd name="connsiteY75" fmla="*/ 2695074 h 4078608"/>
                  <a:gd name="connsiteX76" fmla="*/ 1944303 w 2310383"/>
                  <a:gd name="connsiteY76" fmla="*/ 2752826 h 4078608"/>
                  <a:gd name="connsiteX77" fmla="*/ 1934678 w 2310383"/>
                  <a:gd name="connsiteY77" fmla="*/ 2781701 h 4078608"/>
                  <a:gd name="connsiteX78" fmla="*/ 1896177 w 2310383"/>
                  <a:gd name="connsiteY78" fmla="*/ 2839453 h 4078608"/>
                  <a:gd name="connsiteX79" fmla="*/ 1886552 w 2310383"/>
                  <a:gd name="connsiteY79" fmla="*/ 2868329 h 4078608"/>
                  <a:gd name="connsiteX80" fmla="*/ 1857676 w 2310383"/>
                  <a:gd name="connsiteY80" fmla="*/ 2926080 h 4078608"/>
                  <a:gd name="connsiteX81" fmla="*/ 1838426 w 2310383"/>
                  <a:gd name="connsiteY81" fmla="*/ 3031958 h 4078608"/>
                  <a:gd name="connsiteX82" fmla="*/ 1780674 w 2310383"/>
                  <a:gd name="connsiteY82" fmla="*/ 3080084 h 4078608"/>
                  <a:gd name="connsiteX83" fmla="*/ 1751798 w 2310383"/>
                  <a:gd name="connsiteY83" fmla="*/ 3108960 h 4078608"/>
                  <a:gd name="connsiteX84" fmla="*/ 1732548 w 2310383"/>
                  <a:gd name="connsiteY84" fmla="*/ 3166712 h 4078608"/>
                  <a:gd name="connsiteX85" fmla="*/ 1722922 w 2310383"/>
                  <a:gd name="connsiteY85" fmla="*/ 3195588 h 4078608"/>
                  <a:gd name="connsiteX86" fmla="*/ 1703672 w 2310383"/>
                  <a:gd name="connsiteY86" fmla="*/ 3224463 h 4078608"/>
                  <a:gd name="connsiteX87" fmla="*/ 1694047 w 2310383"/>
                  <a:gd name="connsiteY87" fmla="*/ 3253339 h 4078608"/>
                  <a:gd name="connsiteX88" fmla="*/ 1674796 w 2310383"/>
                  <a:gd name="connsiteY88" fmla="*/ 3282215 h 4078608"/>
                  <a:gd name="connsiteX89" fmla="*/ 1636295 w 2310383"/>
                  <a:gd name="connsiteY89" fmla="*/ 3368842 h 4078608"/>
                  <a:gd name="connsiteX90" fmla="*/ 1597794 w 2310383"/>
                  <a:gd name="connsiteY90" fmla="*/ 3455470 h 4078608"/>
                  <a:gd name="connsiteX91" fmla="*/ 1568918 w 2310383"/>
                  <a:gd name="connsiteY91" fmla="*/ 3474720 h 4078608"/>
                  <a:gd name="connsiteX92" fmla="*/ 1540042 w 2310383"/>
                  <a:gd name="connsiteY92" fmla="*/ 3532472 h 4078608"/>
                  <a:gd name="connsiteX93" fmla="*/ 1511167 w 2310383"/>
                  <a:gd name="connsiteY93" fmla="*/ 3551722 h 4078608"/>
                  <a:gd name="connsiteX94" fmla="*/ 1453415 w 2310383"/>
                  <a:gd name="connsiteY94" fmla="*/ 3599849 h 4078608"/>
                  <a:gd name="connsiteX95" fmla="*/ 1434164 w 2310383"/>
                  <a:gd name="connsiteY95" fmla="*/ 3657600 h 4078608"/>
                  <a:gd name="connsiteX96" fmla="*/ 1424539 w 2310383"/>
                  <a:gd name="connsiteY96" fmla="*/ 3686476 h 4078608"/>
                  <a:gd name="connsiteX97" fmla="*/ 1395663 w 2310383"/>
                  <a:gd name="connsiteY97" fmla="*/ 3705727 h 4078608"/>
                  <a:gd name="connsiteX98" fmla="*/ 1318661 w 2310383"/>
                  <a:gd name="connsiteY98" fmla="*/ 3773103 h 4078608"/>
                  <a:gd name="connsiteX99" fmla="*/ 1260910 w 2310383"/>
                  <a:gd name="connsiteY99" fmla="*/ 3811604 h 4078608"/>
                  <a:gd name="connsiteX100" fmla="*/ 1232034 w 2310383"/>
                  <a:gd name="connsiteY100" fmla="*/ 3821230 h 4078608"/>
                  <a:gd name="connsiteX101" fmla="*/ 1145407 w 2310383"/>
                  <a:gd name="connsiteY101" fmla="*/ 3869356 h 4078608"/>
                  <a:gd name="connsiteX102" fmla="*/ 1116531 w 2310383"/>
                  <a:gd name="connsiteY102" fmla="*/ 3898232 h 4078608"/>
                  <a:gd name="connsiteX103" fmla="*/ 1097280 w 2310383"/>
                  <a:gd name="connsiteY103" fmla="*/ 3927108 h 4078608"/>
                  <a:gd name="connsiteX104" fmla="*/ 1039529 w 2310383"/>
                  <a:gd name="connsiteY104" fmla="*/ 3965609 h 4078608"/>
                  <a:gd name="connsiteX105" fmla="*/ 1010653 w 2310383"/>
                  <a:gd name="connsiteY105" fmla="*/ 3984859 h 4078608"/>
                  <a:gd name="connsiteX106" fmla="*/ 981777 w 2310383"/>
                  <a:gd name="connsiteY106" fmla="*/ 4004110 h 4078608"/>
                  <a:gd name="connsiteX107" fmla="*/ 837398 w 2310383"/>
                  <a:gd name="connsiteY107" fmla="*/ 4032986 h 4078608"/>
                  <a:gd name="connsiteX108" fmla="*/ 798897 w 2310383"/>
                  <a:gd name="connsiteY108" fmla="*/ 4042611 h 4078608"/>
                  <a:gd name="connsiteX109" fmla="*/ 770021 w 2310383"/>
                  <a:gd name="connsiteY109" fmla="*/ 4052236 h 4078608"/>
                  <a:gd name="connsiteX110" fmla="*/ 683394 w 2310383"/>
                  <a:gd name="connsiteY110" fmla="*/ 4061861 h 4078608"/>
                  <a:gd name="connsiteX111" fmla="*/ 625642 w 2310383"/>
                  <a:gd name="connsiteY111" fmla="*/ 4071487 h 4078608"/>
                  <a:gd name="connsiteX112" fmla="*/ 375386 w 2310383"/>
                  <a:gd name="connsiteY112" fmla="*/ 4042611 h 4078608"/>
                  <a:gd name="connsiteX113" fmla="*/ 356135 w 2310383"/>
                  <a:gd name="connsiteY113" fmla="*/ 4013735 h 4078608"/>
                  <a:gd name="connsiteX114" fmla="*/ 317634 w 2310383"/>
                  <a:gd name="connsiteY114" fmla="*/ 3965609 h 4078608"/>
                  <a:gd name="connsiteX115" fmla="*/ 308009 w 2310383"/>
                  <a:gd name="connsiteY115" fmla="*/ 3936733 h 4078608"/>
                  <a:gd name="connsiteX116" fmla="*/ 250257 w 2310383"/>
                  <a:gd name="connsiteY116" fmla="*/ 3907857 h 4078608"/>
                  <a:gd name="connsiteX117" fmla="*/ 231007 w 2310383"/>
                  <a:gd name="connsiteY117" fmla="*/ 3850106 h 4078608"/>
                  <a:gd name="connsiteX118" fmla="*/ 240632 w 2310383"/>
                  <a:gd name="connsiteY118" fmla="*/ 3753853 h 4078608"/>
                  <a:gd name="connsiteX119" fmla="*/ 269508 w 2310383"/>
                  <a:gd name="connsiteY119" fmla="*/ 3676851 h 4078608"/>
                  <a:gd name="connsiteX120" fmla="*/ 298383 w 2310383"/>
                  <a:gd name="connsiteY120" fmla="*/ 3657600 h 4078608"/>
                  <a:gd name="connsiteX121" fmla="*/ 336884 w 2310383"/>
                  <a:gd name="connsiteY121" fmla="*/ 3542097 h 4078608"/>
                  <a:gd name="connsiteX122" fmla="*/ 346510 w 2310383"/>
                  <a:gd name="connsiteY122" fmla="*/ 3513221 h 4078608"/>
                  <a:gd name="connsiteX123" fmla="*/ 356135 w 2310383"/>
                  <a:gd name="connsiteY123" fmla="*/ 3484346 h 4078608"/>
                  <a:gd name="connsiteX124" fmla="*/ 375386 w 2310383"/>
                  <a:gd name="connsiteY124" fmla="*/ 3455470 h 4078608"/>
                  <a:gd name="connsiteX125" fmla="*/ 394636 w 2310383"/>
                  <a:gd name="connsiteY125" fmla="*/ 3388093 h 4078608"/>
                  <a:gd name="connsiteX126" fmla="*/ 413887 w 2310383"/>
                  <a:gd name="connsiteY126" fmla="*/ 3330341 h 4078608"/>
                  <a:gd name="connsiteX127" fmla="*/ 423512 w 2310383"/>
                  <a:gd name="connsiteY127" fmla="*/ 3301466 h 4078608"/>
                  <a:gd name="connsiteX128" fmla="*/ 423512 w 2310383"/>
                  <a:gd name="connsiteY128" fmla="*/ 2974207 h 4078608"/>
                  <a:gd name="connsiteX129" fmla="*/ 413887 w 2310383"/>
                  <a:gd name="connsiteY129" fmla="*/ 2945331 h 4078608"/>
                  <a:gd name="connsiteX130" fmla="*/ 356135 w 2310383"/>
                  <a:gd name="connsiteY130" fmla="*/ 2858703 h 4078608"/>
                  <a:gd name="connsiteX131" fmla="*/ 336884 w 2310383"/>
                  <a:gd name="connsiteY131" fmla="*/ 2829828 h 4078608"/>
                  <a:gd name="connsiteX132" fmla="*/ 317634 w 2310383"/>
                  <a:gd name="connsiteY132" fmla="*/ 2800952 h 4078608"/>
                  <a:gd name="connsiteX133" fmla="*/ 288758 w 2310383"/>
                  <a:gd name="connsiteY133" fmla="*/ 2781701 h 4078608"/>
                  <a:gd name="connsiteX134" fmla="*/ 250257 w 2310383"/>
                  <a:gd name="connsiteY134" fmla="*/ 2733575 h 4078608"/>
                  <a:gd name="connsiteX135" fmla="*/ 211756 w 2310383"/>
                  <a:gd name="connsiteY135" fmla="*/ 2675823 h 4078608"/>
                  <a:gd name="connsiteX136" fmla="*/ 173255 w 2310383"/>
                  <a:gd name="connsiteY136" fmla="*/ 2618072 h 4078608"/>
                  <a:gd name="connsiteX137" fmla="*/ 154004 w 2310383"/>
                  <a:gd name="connsiteY137" fmla="*/ 2589196 h 4078608"/>
                  <a:gd name="connsiteX138" fmla="*/ 125129 w 2310383"/>
                  <a:gd name="connsiteY138" fmla="*/ 2560320 h 4078608"/>
                  <a:gd name="connsiteX139" fmla="*/ 96253 w 2310383"/>
                  <a:gd name="connsiteY139" fmla="*/ 2502569 h 4078608"/>
                  <a:gd name="connsiteX140" fmla="*/ 77002 w 2310383"/>
                  <a:gd name="connsiteY140" fmla="*/ 2444817 h 4078608"/>
                  <a:gd name="connsiteX141" fmla="*/ 67377 w 2310383"/>
                  <a:gd name="connsiteY141" fmla="*/ 2415941 h 4078608"/>
                  <a:gd name="connsiteX142" fmla="*/ 48127 w 2310383"/>
                  <a:gd name="connsiteY142" fmla="*/ 2387066 h 4078608"/>
                  <a:gd name="connsiteX143" fmla="*/ 28876 w 2310383"/>
                  <a:gd name="connsiteY143" fmla="*/ 2310063 h 4078608"/>
                  <a:gd name="connsiteX144" fmla="*/ 19251 w 2310383"/>
                  <a:gd name="connsiteY144" fmla="*/ 2271562 h 4078608"/>
                  <a:gd name="connsiteX145" fmla="*/ 9626 w 2310383"/>
                  <a:gd name="connsiteY145" fmla="*/ 2098308 h 4078608"/>
                  <a:gd name="connsiteX146" fmla="*/ 0 w 2310383"/>
                  <a:gd name="connsiteY146" fmla="*/ 2030931 h 4078608"/>
                  <a:gd name="connsiteX147" fmla="*/ 9626 w 2310383"/>
                  <a:gd name="connsiteY147" fmla="*/ 1655546 h 4078608"/>
                  <a:gd name="connsiteX148" fmla="*/ 38501 w 2310383"/>
                  <a:gd name="connsiteY148" fmla="*/ 1597794 h 4078608"/>
                  <a:gd name="connsiteX149" fmla="*/ 48127 w 2310383"/>
                  <a:gd name="connsiteY149" fmla="*/ 1568918 h 4078608"/>
                  <a:gd name="connsiteX150" fmla="*/ 67377 w 2310383"/>
                  <a:gd name="connsiteY150" fmla="*/ 1491916 h 4078608"/>
                  <a:gd name="connsiteX151" fmla="*/ 86628 w 2310383"/>
                  <a:gd name="connsiteY151" fmla="*/ 1395663 h 4078608"/>
                  <a:gd name="connsiteX152" fmla="*/ 105878 w 2310383"/>
                  <a:gd name="connsiteY152" fmla="*/ 1280160 h 4078608"/>
                  <a:gd name="connsiteX153" fmla="*/ 144379 w 2310383"/>
                  <a:gd name="connsiteY153" fmla="*/ 1222409 h 4078608"/>
                  <a:gd name="connsiteX154" fmla="*/ 163630 w 2310383"/>
                  <a:gd name="connsiteY154" fmla="*/ 1193533 h 4078608"/>
                  <a:gd name="connsiteX155" fmla="*/ 221381 w 2310383"/>
                  <a:gd name="connsiteY155" fmla="*/ 1155032 h 4078608"/>
                  <a:gd name="connsiteX156" fmla="*/ 259882 w 2310383"/>
                  <a:gd name="connsiteY156" fmla="*/ 1097280 h 4078608"/>
                  <a:gd name="connsiteX157" fmla="*/ 269508 w 2310383"/>
                  <a:gd name="connsiteY157" fmla="*/ 1068404 h 4078608"/>
                  <a:gd name="connsiteX158" fmla="*/ 298383 w 2310383"/>
                  <a:gd name="connsiteY158" fmla="*/ 1049154 h 4078608"/>
                  <a:gd name="connsiteX159" fmla="*/ 327259 w 2310383"/>
                  <a:gd name="connsiteY159" fmla="*/ 991402 h 4078608"/>
                  <a:gd name="connsiteX160" fmla="*/ 346510 w 2310383"/>
                  <a:gd name="connsiteY160" fmla="*/ 962527 h 4078608"/>
                  <a:gd name="connsiteX161" fmla="*/ 385011 w 2310383"/>
                  <a:gd name="connsiteY161" fmla="*/ 875899 h 4078608"/>
                  <a:gd name="connsiteX162" fmla="*/ 423512 w 2310383"/>
                  <a:gd name="connsiteY162" fmla="*/ 789272 h 4078608"/>
                  <a:gd name="connsiteX163" fmla="*/ 452388 w 2310383"/>
                  <a:gd name="connsiteY163" fmla="*/ 770021 h 4078608"/>
                  <a:gd name="connsiteX164" fmla="*/ 490889 w 2310383"/>
                  <a:gd name="connsiteY164" fmla="*/ 712270 h 4078608"/>
                  <a:gd name="connsiteX165" fmla="*/ 510139 w 2310383"/>
                  <a:gd name="connsiteY165" fmla="*/ 683394 h 4078608"/>
                  <a:gd name="connsiteX166" fmla="*/ 529390 w 2310383"/>
                  <a:gd name="connsiteY166" fmla="*/ 625642 h 4078608"/>
                  <a:gd name="connsiteX167" fmla="*/ 500514 w 2310383"/>
                  <a:gd name="connsiteY167" fmla="*/ 683394 h 4078608"/>
                  <a:gd name="connsiteX168" fmla="*/ 471638 w 2310383"/>
                  <a:gd name="connsiteY168" fmla="*/ 712270 h 4078608"/>
                  <a:gd name="connsiteX169" fmla="*/ 433137 w 2310383"/>
                  <a:gd name="connsiteY169" fmla="*/ 770021 h 4078608"/>
                  <a:gd name="connsiteX170" fmla="*/ 413887 w 2310383"/>
                  <a:gd name="connsiteY170" fmla="*/ 798897 h 4078608"/>
                  <a:gd name="connsiteX171" fmla="*/ 375386 w 2310383"/>
                  <a:gd name="connsiteY171" fmla="*/ 885524 h 4078608"/>
                  <a:gd name="connsiteX172" fmla="*/ 346510 w 2310383"/>
                  <a:gd name="connsiteY172" fmla="*/ 904775 h 4078608"/>
                  <a:gd name="connsiteX173" fmla="*/ 327259 w 2310383"/>
                  <a:gd name="connsiteY173" fmla="*/ 962527 h 4078608"/>
                  <a:gd name="connsiteX174" fmla="*/ 288758 w 2310383"/>
                  <a:gd name="connsiteY174" fmla="*/ 1010653 h 4078608"/>
                  <a:gd name="connsiteX175" fmla="*/ 269508 w 2310383"/>
                  <a:gd name="connsiteY175" fmla="*/ 972152 h 4078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</a:cxnLst>
                <a:rect l="l" t="t" r="r" b="b"/>
                <a:pathLst>
                  <a:path w="2310383" h="4078608">
                    <a:moveTo>
                      <a:pt x="269508" y="972152"/>
                    </a:moveTo>
                    <a:cubicBezTo>
                      <a:pt x="264695" y="957714"/>
                      <a:pt x="264187" y="939809"/>
                      <a:pt x="259882" y="924026"/>
                    </a:cubicBezTo>
                    <a:cubicBezTo>
                      <a:pt x="254543" y="904449"/>
                      <a:pt x="240632" y="866274"/>
                      <a:pt x="240632" y="866274"/>
                    </a:cubicBezTo>
                    <a:cubicBezTo>
                      <a:pt x="243840" y="802106"/>
                      <a:pt x="243412" y="737652"/>
                      <a:pt x="250257" y="673769"/>
                    </a:cubicBezTo>
                    <a:cubicBezTo>
                      <a:pt x="253076" y="647462"/>
                      <a:pt x="265159" y="622864"/>
                      <a:pt x="269508" y="596767"/>
                    </a:cubicBezTo>
                    <a:cubicBezTo>
                      <a:pt x="272716" y="577516"/>
                      <a:pt x="274400" y="557949"/>
                      <a:pt x="279133" y="539015"/>
                    </a:cubicBezTo>
                    <a:cubicBezTo>
                      <a:pt x="284054" y="519329"/>
                      <a:pt x="291966" y="500514"/>
                      <a:pt x="298383" y="481263"/>
                    </a:cubicBezTo>
                    <a:cubicBezTo>
                      <a:pt x="301591" y="471638"/>
                      <a:pt x="306019" y="462337"/>
                      <a:pt x="308009" y="452388"/>
                    </a:cubicBezTo>
                    <a:cubicBezTo>
                      <a:pt x="313174" y="426560"/>
                      <a:pt x="322928" y="367444"/>
                      <a:pt x="336884" y="346510"/>
                    </a:cubicBezTo>
                    <a:lnTo>
                      <a:pt x="356135" y="317634"/>
                    </a:lnTo>
                    <a:cubicBezTo>
                      <a:pt x="359343" y="308009"/>
                      <a:pt x="360833" y="297627"/>
                      <a:pt x="365760" y="288758"/>
                    </a:cubicBezTo>
                    <a:cubicBezTo>
                      <a:pt x="376996" y="268533"/>
                      <a:pt x="396944" y="252956"/>
                      <a:pt x="404261" y="231007"/>
                    </a:cubicBezTo>
                    <a:cubicBezTo>
                      <a:pt x="407470" y="221382"/>
                      <a:pt x="406713" y="209305"/>
                      <a:pt x="413887" y="202131"/>
                    </a:cubicBezTo>
                    <a:cubicBezTo>
                      <a:pt x="421061" y="194957"/>
                      <a:pt x="433137" y="195714"/>
                      <a:pt x="442762" y="192506"/>
                    </a:cubicBezTo>
                    <a:cubicBezTo>
                      <a:pt x="461097" y="137505"/>
                      <a:pt x="437263" y="183338"/>
                      <a:pt x="481263" y="154004"/>
                    </a:cubicBezTo>
                    <a:cubicBezTo>
                      <a:pt x="492589" y="146453"/>
                      <a:pt x="498240" y="131740"/>
                      <a:pt x="510139" y="125129"/>
                    </a:cubicBezTo>
                    <a:cubicBezTo>
                      <a:pt x="527877" y="115274"/>
                      <a:pt x="551007" y="117134"/>
                      <a:pt x="567891" y="105878"/>
                    </a:cubicBezTo>
                    <a:lnTo>
                      <a:pt x="596767" y="86628"/>
                    </a:lnTo>
                    <a:cubicBezTo>
                      <a:pt x="629218" y="37950"/>
                      <a:pt x="598401" y="71373"/>
                      <a:pt x="644893" y="48127"/>
                    </a:cubicBezTo>
                    <a:cubicBezTo>
                      <a:pt x="655240" y="42954"/>
                      <a:pt x="663198" y="33574"/>
                      <a:pt x="673769" y="28876"/>
                    </a:cubicBezTo>
                    <a:cubicBezTo>
                      <a:pt x="741746" y="-1336"/>
                      <a:pt x="772023" y="6510"/>
                      <a:pt x="856649" y="0"/>
                    </a:cubicBezTo>
                    <a:cubicBezTo>
                      <a:pt x="924026" y="3209"/>
                      <a:pt x="991739" y="2177"/>
                      <a:pt x="1058779" y="9626"/>
                    </a:cubicBezTo>
                    <a:cubicBezTo>
                      <a:pt x="1078947" y="11867"/>
                      <a:pt x="1116531" y="28876"/>
                      <a:pt x="1116531" y="28876"/>
                    </a:cubicBezTo>
                    <a:lnTo>
                      <a:pt x="1203158" y="86628"/>
                    </a:lnTo>
                    <a:cubicBezTo>
                      <a:pt x="1212783" y="93045"/>
                      <a:pt x="1221060" y="102220"/>
                      <a:pt x="1232034" y="105878"/>
                    </a:cubicBezTo>
                    <a:lnTo>
                      <a:pt x="1260910" y="115503"/>
                    </a:lnTo>
                    <a:cubicBezTo>
                      <a:pt x="1267327" y="125128"/>
                      <a:pt x="1270350" y="138248"/>
                      <a:pt x="1280160" y="144379"/>
                    </a:cubicBezTo>
                    <a:cubicBezTo>
                      <a:pt x="1297368" y="155134"/>
                      <a:pt x="1337912" y="163630"/>
                      <a:pt x="1337912" y="163630"/>
                    </a:cubicBezTo>
                    <a:cubicBezTo>
                      <a:pt x="1347537" y="173255"/>
                      <a:pt x="1358074" y="182049"/>
                      <a:pt x="1366788" y="192506"/>
                    </a:cubicBezTo>
                    <a:cubicBezTo>
                      <a:pt x="1374194" y="201393"/>
                      <a:pt x="1377858" y="213201"/>
                      <a:pt x="1386038" y="221381"/>
                    </a:cubicBezTo>
                    <a:cubicBezTo>
                      <a:pt x="1394218" y="229561"/>
                      <a:pt x="1405289" y="234215"/>
                      <a:pt x="1414914" y="240632"/>
                    </a:cubicBezTo>
                    <a:cubicBezTo>
                      <a:pt x="1466245" y="317631"/>
                      <a:pt x="1398875" y="224594"/>
                      <a:pt x="1463040" y="288758"/>
                    </a:cubicBezTo>
                    <a:cubicBezTo>
                      <a:pt x="1471220" y="296938"/>
                      <a:pt x="1473585" y="310016"/>
                      <a:pt x="1482291" y="317634"/>
                    </a:cubicBezTo>
                    <a:cubicBezTo>
                      <a:pt x="1499703" y="332869"/>
                      <a:pt x="1540042" y="356135"/>
                      <a:pt x="1540042" y="356135"/>
                    </a:cubicBezTo>
                    <a:cubicBezTo>
                      <a:pt x="1546459" y="365760"/>
                      <a:pt x="1551113" y="376831"/>
                      <a:pt x="1559293" y="385011"/>
                    </a:cubicBezTo>
                    <a:cubicBezTo>
                      <a:pt x="1567473" y="393191"/>
                      <a:pt x="1580551" y="395555"/>
                      <a:pt x="1588169" y="404261"/>
                    </a:cubicBezTo>
                    <a:cubicBezTo>
                      <a:pt x="1603404" y="421673"/>
                      <a:pt x="1613836" y="442762"/>
                      <a:pt x="1626670" y="462013"/>
                    </a:cubicBezTo>
                    <a:lnTo>
                      <a:pt x="1645920" y="490889"/>
                    </a:lnTo>
                    <a:lnTo>
                      <a:pt x="1665171" y="519764"/>
                    </a:lnTo>
                    <a:cubicBezTo>
                      <a:pt x="1682086" y="570511"/>
                      <a:pt x="1663616" y="529448"/>
                      <a:pt x="1703672" y="577516"/>
                    </a:cubicBezTo>
                    <a:cubicBezTo>
                      <a:pt x="1711078" y="586403"/>
                      <a:pt x="1714216" y="598774"/>
                      <a:pt x="1722922" y="606392"/>
                    </a:cubicBezTo>
                    <a:cubicBezTo>
                      <a:pt x="1740334" y="621627"/>
                      <a:pt x="1780674" y="644893"/>
                      <a:pt x="1780674" y="644893"/>
                    </a:cubicBezTo>
                    <a:cubicBezTo>
                      <a:pt x="1802349" y="709921"/>
                      <a:pt x="1772288" y="639435"/>
                      <a:pt x="1819175" y="693019"/>
                    </a:cubicBezTo>
                    <a:cubicBezTo>
                      <a:pt x="1834410" y="710431"/>
                      <a:pt x="1844842" y="731520"/>
                      <a:pt x="1857676" y="750771"/>
                    </a:cubicBezTo>
                    <a:cubicBezTo>
                      <a:pt x="1863304" y="759213"/>
                      <a:pt x="1861673" y="771205"/>
                      <a:pt x="1867301" y="779647"/>
                    </a:cubicBezTo>
                    <a:cubicBezTo>
                      <a:pt x="1874852" y="790973"/>
                      <a:pt x="1887463" y="798065"/>
                      <a:pt x="1896177" y="808522"/>
                    </a:cubicBezTo>
                    <a:cubicBezTo>
                      <a:pt x="1903583" y="817409"/>
                      <a:pt x="1909011" y="827773"/>
                      <a:pt x="1915428" y="837398"/>
                    </a:cubicBezTo>
                    <a:cubicBezTo>
                      <a:pt x="1932369" y="888223"/>
                      <a:pt x="1919425" y="857832"/>
                      <a:pt x="1963554" y="924026"/>
                    </a:cubicBezTo>
                    <a:cubicBezTo>
                      <a:pt x="1969971" y="933651"/>
                      <a:pt x="1979146" y="941927"/>
                      <a:pt x="1982804" y="952901"/>
                    </a:cubicBezTo>
                    <a:cubicBezTo>
                      <a:pt x="1991723" y="979657"/>
                      <a:pt x="1991779" y="988264"/>
                      <a:pt x="2011680" y="1010653"/>
                    </a:cubicBezTo>
                    <a:cubicBezTo>
                      <a:pt x="2110495" y="1121819"/>
                      <a:pt x="2033337" y="1014261"/>
                      <a:pt x="2107933" y="1126156"/>
                    </a:cubicBezTo>
                    <a:cubicBezTo>
                      <a:pt x="2114350" y="1135781"/>
                      <a:pt x="2123525" y="1144058"/>
                      <a:pt x="2127183" y="1155032"/>
                    </a:cubicBezTo>
                    <a:cubicBezTo>
                      <a:pt x="2144126" y="1205858"/>
                      <a:pt x="2131180" y="1175464"/>
                      <a:pt x="2175310" y="1241659"/>
                    </a:cubicBezTo>
                    <a:cubicBezTo>
                      <a:pt x="2181727" y="1251284"/>
                      <a:pt x="2190902" y="1259561"/>
                      <a:pt x="2194560" y="1270535"/>
                    </a:cubicBezTo>
                    <a:cubicBezTo>
                      <a:pt x="2200977" y="1289786"/>
                      <a:pt x="2202555" y="1311403"/>
                      <a:pt x="2213811" y="1328287"/>
                    </a:cubicBezTo>
                    <a:cubicBezTo>
                      <a:pt x="2259863" y="1397364"/>
                      <a:pt x="2235952" y="1369678"/>
                      <a:pt x="2281188" y="1414914"/>
                    </a:cubicBezTo>
                    <a:cubicBezTo>
                      <a:pt x="2284396" y="1424539"/>
                      <a:pt x="2286276" y="1434715"/>
                      <a:pt x="2290813" y="1443790"/>
                    </a:cubicBezTo>
                    <a:cubicBezTo>
                      <a:pt x="2295986" y="1454137"/>
                      <a:pt x="2309384" y="1461118"/>
                      <a:pt x="2310063" y="1472666"/>
                    </a:cubicBezTo>
                    <a:cubicBezTo>
                      <a:pt x="2311517" y="1497381"/>
                      <a:pt x="2309034" y="1623402"/>
                      <a:pt x="2281188" y="1665171"/>
                    </a:cubicBezTo>
                    <a:lnTo>
                      <a:pt x="2261937" y="1694047"/>
                    </a:lnTo>
                    <a:cubicBezTo>
                      <a:pt x="2238504" y="1764348"/>
                      <a:pt x="2247609" y="1732112"/>
                      <a:pt x="2233061" y="1790299"/>
                    </a:cubicBezTo>
                    <a:cubicBezTo>
                      <a:pt x="2229853" y="1835217"/>
                      <a:pt x="2227917" y="1880244"/>
                      <a:pt x="2223436" y="1925053"/>
                    </a:cubicBezTo>
                    <a:cubicBezTo>
                      <a:pt x="2222006" y="1939352"/>
                      <a:pt x="2208514" y="2013620"/>
                      <a:pt x="2204186" y="2030931"/>
                    </a:cubicBezTo>
                    <a:cubicBezTo>
                      <a:pt x="2189142" y="2091105"/>
                      <a:pt x="2202194" y="2028193"/>
                      <a:pt x="2175310" y="2088682"/>
                    </a:cubicBezTo>
                    <a:cubicBezTo>
                      <a:pt x="2167069" y="2107225"/>
                      <a:pt x="2167315" y="2129550"/>
                      <a:pt x="2156059" y="2146434"/>
                    </a:cubicBezTo>
                    <a:cubicBezTo>
                      <a:pt x="2149642" y="2156059"/>
                      <a:pt x="2141982" y="2164963"/>
                      <a:pt x="2136809" y="2175310"/>
                    </a:cubicBezTo>
                    <a:cubicBezTo>
                      <a:pt x="2128719" y="2191490"/>
                      <a:pt x="2122186" y="2227259"/>
                      <a:pt x="2117558" y="2242687"/>
                    </a:cubicBezTo>
                    <a:cubicBezTo>
                      <a:pt x="2111727" y="2262123"/>
                      <a:pt x="2104725" y="2281188"/>
                      <a:pt x="2098308" y="2300438"/>
                    </a:cubicBezTo>
                    <a:cubicBezTo>
                      <a:pt x="2095099" y="2310063"/>
                      <a:pt x="2094310" y="2320872"/>
                      <a:pt x="2088682" y="2329314"/>
                    </a:cubicBezTo>
                    <a:cubicBezTo>
                      <a:pt x="2082265" y="2338939"/>
                      <a:pt x="2074605" y="2347843"/>
                      <a:pt x="2069432" y="2358190"/>
                    </a:cubicBezTo>
                    <a:cubicBezTo>
                      <a:pt x="2064895" y="2367265"/>
                      <a:pt x="2062088" y="2377180"/>
                      <a:pt x="2059807" y="2387066"/>
                    </a:cubicBezTo>
                    <a:cubicBezTo>
                      <a:pt x="2052450" y="2418948"/>
                      <a:pt x="2050902" y="2452278"/>
                      <a:pt x="2040556" y="2483318"/>
                    </a:cubicBezTo>
                    <a:lnTo>
                      <a:pt x="2011680" y="2569946"/>
                    </a:lnTo>
                    <a:cubicBezTo>
                      <a:pt x="2008472" y="2579571"/>
                      <a:pt x="2007683" y="2590379"/>
                      <a:pt x="2002055" y="2598821"/>
                    </a:cubicBezTo>
                    <a:lnTo>
                      <a:pt x="1982804" y="2627697"/>
                    </a:lnTo>
                    <a:cubicBezTo>
                      <a:pt x="1950448" y="2724770"/>
                      <a:pt x="1999824" y="2574176"/>
                      <a:pt x="1963554" y="2695074"/>
                    </a:cubicBezTo>
                    <a:cubicBezTo>
                      <a:pt x="1957723" y="2714510"/>
                      <a:pt x="1950720" y="2733575"/>
                      <a:pt x="1944303" y="2752826"/>
                    </a:cubicBezTo>
                    <a:cubicBezTo>
                      <a:pt x="1941095" y="2762451"/>
                      <a:pt x="1940306" y="2773259"/>
                      <a:pt x="1934678" y="2781701"/>
                    </a:cubicBezTo>
                    <a:lnTo>
                      <a:pt x="1896177" y="2839453"/>
                    </a:lnTo>
                    <a:cubicBezTo>
                      <a:pt x="1892969" y="2849078"/>
                      <a:pt x="1891089" y="2859254"/>
                      <a:pt x="1886552" y="2868329"/>
                    </a:cubicBezTo>
                    <a:cubicBezTo>
                      <a:pt x="1849234" y="2942964"/>
                      <a:pt x="1881869" y="2853499"/>
                      <a:pt x="1857676" y="2926080"/>
                    </a:cubicBezTo>
                    <a:cubicBezTo>
                      <a:pt x="1857268" y="2929343"/>
                      <a:pt x="1852122" y="3011414"/>
                      <a:pt x="1838426" y="3031958"/>
                    </a:cubicBezTo>
                    <a:cubicBezTo>
                      <a:pt x="1817335" y="3063595"/>
                      <a:pt x="1807309" y="3057888"/>
                      <a:pt x="1780674" y="3080084"/>
                    </a:cubicBezTo>
                    <a:cubicBezTo>
                      <a:pt x="1770217" y="3088798"/>
                      <a:pt x="1761423" y="3099335"/>
                      <a:pt x="1751798" y="3108960"/>
                    </a:cubicBezTo>
                    <a:lnTo>
                      <a:pt x="1732548" y="3166712"/>
                    </a:lnTo>
                    <a:cubicBezTo>
                      <a:pt x="1729340" y="3176337"/>
                      <a:pt x="1728550" y="3187146"/>
                      <a:pt x="1722922" y="3195588"/>
                    </a:cubicBezTo>
                    <a:lnTo>
                      <a:pt x="1703672" y="3224463"/>
                    </a:lnTo>
                    <a:cubicBezTo>
                      <a:pt x="1700464" y="3234088"/>
                      <a:pt x="1698584" y="3244264"/>
                      <a:pt x="1694047" y="3253339"/>
                    </a:cubicBezTo>
                    <a:cubicBezTo>
                      <a:pt x="1688874" y="3263686"/>
                      <a:pt x="1679494" y="3271644"/>
                      <a:pt x="1674796" y="3282215"/>
                    </a:cubicBezTo>
                    <a:cubicBezTo>
                      <a:pt x="1628980" y="3385301"/>
                      <a:pt x="1679861" y="3303496"/>
                      <a:pt x="1636295" y="3368842"/>
                    </a:cubicBezTo>
                    <a:cubicBezTo>
                      <a:pt x="1626765" y="3397430"/>
                      <a:pt x="1620672" y="3432592"/>
                      <a:pt x="1597794" y="3455470"/>
                    </a:cubicBezTo>
                    <a:cubicBezTo>
                      <a:pt x="1589614" y="3463650"/>
                      <a:pt x="1578543" y="3468303"/>
                      <a:pt x="1568918" y="3474720"/>
                    </a:cubicBezTo>
                    <a:cubicBezTo>
                      <a:pt x="1561089" y="3498207"/>
                      <a:pt x="1558702" y="3513812"/>
                      <a:pt x="1540042" y="3532472"/>
                    </a:cubicBezTo>
                    <a:cubicBezTo>
                      <a:pt x="1531862" y="3540652"/>
                      <a:pt x="1520054" y="3544316"/>
                      <a:pt x="1511167" y="3551722"/>
                    </a:cubicBezTo>
                    <a:cubicBezTo>
                      <a:pt x="1437054" y="3613483"/>
                      <a:pt x="1525110" y="3552052"/>
                      <a:pt x="1453415" y="3599849"/>
                    </a:cubicBezTo>
                    <a:lnTo>
                      <a:pt x="1434164" y="3657600"/>
                    </a:lnTo>
                    <a:cubicBezTo>
                      <a:pt x="1430956" y="3667225"/>
                      <a:pt x="1432981" y="3680848"/>
                      <a:pt x="1424539" y="3686476"/>
                    </a:cubicBezTo>
                    <a:lnTo>
                      <a:pt x="1395663" y="3705727"/>
                    </a:lnTo>
                    <a:cubicBezTo>
                      <a:pt x="1363579" y="3753853"/>
                      <a:pt x="1386039" y="3728184"/>
                      <a:pt x="1318661" y="3773103"/>
                    </a:cubicBezTo>
                    <a:lnTo>
                      <a:pt x="1260910" y="3811604"/>
                    </a:lnTo>
                    <a:cubicBezTo>
                      <a:pt x="1251285" y="3814813"/>
                      <a:pt x="1240903" y="3816303"/>
                      <a:pt x="1232034" y="3821230"/>
                    </a:cubicBezTo>
                    <a:cubicBezTo>
                      <a:pt x="1132747" y="3876390"/>
                      <a:pt x="1210743" y="3847577"/>
                      <a:pt x="1145407" y="3869356"/>
                    </a:cubicBezTo>
                    <a:cubicBezTo>
                      <a:pt x="1135782" y="3878981"/>
                      <a:pt x="1125245" y="3887775"/>
                      <a:pt x="1116531" y="3898232"/>
                    </a:cubicBezTo>
                    <a:cubicBezTo>
                      <a:pt x="1109125" y="3907119"/>
                      <a:pt x="1105986" y="3919490"/>
                      <a:pt x="1097280" y="3927108"/>
                    </a:cubicBezTo>
                    <a:cubicBezTo>
                      <a:pt x="1079868" y="3942343"/>
                      <a:pt x="1058779" y="3952775"/>
                      <a:pt x="1039529" y="3965609"/>
                    </a:cubicBezTo>
                    <a:lnTo>
                      <a:pt x="1010653" y="3984859"/>
                    </a:lnTo>
                    <a:cubicBezTo>
                      <a:pt x="1001028" y="3991276"/>
                      <a:pt x="993000" y="4001304"/>
                      <a:pt x="981777" y="4004110"/>
                    </a:cubicBezTo>
                    <a:cubicBezTo>
                      <a:pt x="820413" y="4044450"/>
                      <a:pt x="984434" y="4006252"/>
                      <a:pt x="837398" y="4032986"/>
                    </a:cubicBezTo>
                    <a:cubicBezTo>
                      <a:pt x="824383" y="4035352"/>
                      <a:pt x="811617" y="4038977"/>
                      <a:pt x="798897" y="4042611"/>
                    </a:cubicBezTo>
                    <a:cubicBezTo>
                      <a:pt x="789141" y="4045398"/>
                      <a:pt x="780029" y="4050568"/>
                      <a:pt x="770021" y="4052236"/>
                    </a:cubicBezTo>
                    <a:cubicBezTo>
                      <a:pt x="741363" y="4057012"/>
                      <a:pt x="712192" y="4058021"/>
                      <a:pt x="683394" y="4061861"/>
                    </a:cubicBezTo>
                    <a:cubicBezTo>
                      <a:pt x="664049" y="4064440"/>
                      <a:pt x="644893" y="4068278"/>
                      <a:pt x="625642" y="4071487"/>
                    </a:cubicBezTo>
                    <a:cubicBezTo>
                      <a:pt x="593711" y="4070099"/>
                      <a:pt x="434239" y="4101464"/>
                      <a:pt x="375386" y="4042611"/>
                    </a:cubicBezTo>
                    <a:cubicBezTo>
                      <a:pt x="367206" y="4034431"/>
                      <a:pt x="362552" y="4023360"/>
                      <a:pt x="356135" y="4013735"/>
                    </a:cubicBezTo>
                    <a:cubicBezTo>
                      <a:pt x="331942" y="3941154"/>
                      <a:pt x="367391" y="4027805"/>
                      <a:pt x="317634" y="3965609"/>
                    </a:cubicBezTo>
                    <a:cubicBezTo>
                      <a:pt x="311296" y="3957686"/>
                      <a:pt x="314347" y="3944656"/>
                      <a:pt x="308009" y="3936733"/>
                    </a:cubicBezTo>
                    <a:cubicBezTo>
                      <a:pt x="294438" y="3919769"/>
                      <a:pt x="269280" y="3914198"/>
                      <a:pt x="250257" y="3907857"/>
                    </a:cubicBezTo>
                    <a:cubicBezTo>
                      <a:pt x="243840" y="3888607"/>
                      <a:pt x="228988" y="3870297"/>
                      <a:pt x="231007" y="3850106"/>
                    </a:cubicBezTo>
                    <a:cubicBezTo>
                      <a:pt x="234215" y="3818022"/>
                      <a:pt x="236371" y="3785815"/>
                      <a:pt x="240632" y="3753853"/>
                    </a:cubicBezTo>
                    <a:cubicBezTo>
                      <a:pt x="244870" y="3722066"/>
                      <a:pt x="246596" y="3699764"/>
                      <a:pt x="269508" y="3676851"/>
                    </a:cubicBezTo>
                    <a:cubicBezTo>
                      <a:pt x="277688" y="3668671"/>
                      <a:pt x="288758" y="3664017"/>
                      <a:pt x="298383" y="3657600"/>
                    </a:cubicBezTo>
                    <a:lnTo>
                      <a:pt x="336884" y="3542097"/>
                    </a:lnTo>
                    <a:lnTo>
                      <a:pt x="346510" y="3513221"/>
                    </a:lnTo>
                    <a:cubicBezTo>
                      <a:pt x="349718" y="3503596"/>
                      <a:pt x="350507" y="3492788"/>
                      <a:pt x="356135" y="3484346"/>
                    </a:cubicBezTo>
                    <a:lnTo>
                      <a:pt x="375386" y="3455470"/>
                    </a:lnTo>
                    <a:cubicBezTo>
                      <a:pt x="407742" y="3358397"/>
                      <a:pt x="358366" y="3508991"/>
                      <a:pt x="394636" y="3388093"/>
                    </a:cubicBezTo>
                    <a:cubicBezTo>
                      <a:pt x="400467" y="3368657"/>
                      <a:pt x="407470" y="3349592"/>
                      <a:pt x="413887" y="3330341"/>
                    </a:cubicBezTo>
                    <a:lnTo>
                      <a:pt x="423512" y="3301466"/>
                    </a:lnTo>
                    <a:cubicBezTo>
                      <a:pt x="443902" y="3158731"/>
                      <a:pt x="439685" y="3216803"/>
                      <a:pt x="423512" y="2974207"/>
                    </a:cubicBezTo>
                    <a:cubicBezTo>
                      <a:pt x="422837" y="2964084"/>
                      <a:pt x="418814" y="2954200"/>
                      <a:pt x="413887" y="2945331"/>
                    </a:cubicBezTo>
                    <a:cubicBezTo>
                      <a:pt x="413883" y="2945324"/>
                      <a:pt x="365763" y="2873144"/>
                      <a:pt x="356135" y="2858703"/>
                    </a:cubicBezTo>
                    <a:lnTo>
                      <a:pt x="336884" y="2829828"/>
                    </a:lnTo>
                    <a:cubicBezTo>
                      <a:pt x="330467" y="2820203"/>
                      <a:pt x="327259" y="2807369"/>
                      <a:pt x="317634" y="2800952"/>
                    </a:cubicBezTo>
                    <a:lnTo>
                      <a:pt x="288758" y="2781701"/>
                    </a:lnTo>
                    <a:cubicBezTo>
                      <a:pt x="267083" y="2716676"/>
                      <a:pt x="297143" y="2787160"/>
                      <a:pt x="250257" y="2733575"/>
                    </a:cubicBezTo>
                    <a:cubicBezTo>
                      <a:pt x="235022" y="2716163"/>
                      <a:pt x="224590" y="2695074"/>
                      <a:pt x="211756" y="2675823"/>
                    </a:cubicBezTo>
                    <a:lnTo>
                      <a:pt x="173255" y="2618072"/>
                    </a:lnTo>
                    <a:cubicBezTo>
                      <a:pt x="166838" y="2608447"/>
                      <a:pt x="162184" y="2597376"/>
                      <a:pt x="154004" y="2589196"/>
                    </a:cubicBezTo>
                    <a:lnTo>
                      <a:pt x="125129" y="2560320"/>
                    </a:lnTo>
                    <a:cubicBezTo>
                      <a:pt x="90019" y="2454996"/>
                      <a:pt x="146016" y="2614534"/>
                      <a:pt x="96253" y="2502569"/>
                    </a:cubicBezTo>
                    <a:cubicBezTo>
                      <a:pt x="88012" y="2484026"/>
                      <a:pt x="83419" y="2464068"/>
                      <a:pt x="77002" y="2444817"/>
                    </a:cubicBezTo>
                    <a:cubicBezTo>
                      <a:pt x="73794" y="2435192"/>
                      <a:pt x="73005" y="2424383"/>
                      <a:pt x="67377" y="2415941"/>
                    </a:cubicBezTo>
                    <a:cubicBezTo>
                      <a:pt x="60960" y="2406316"/>
                      <a:pt x="53300" y="2397413"/>
                      <a:pt x="48127" y="2387066"/>
                    </a:cubicBezTo>
                    <a:cubicBezTo>
                      <a:pt x="37805" y="2366422"/>
                      <a:pt x="33271" y="2329839"/>
                      <a:pt x="28876" y="2310063"/>
                    </a:cubicBezTo>
                    <a:cubicBezTo>
                      <a:pt x="26006" y="2297149"/>
                      <a:pt x="22459" y="2284396"/>
                      <a:pt x="19251" y="2271562"/>
                    </a:cubicBezTo>
                    <a:cubicBezTo>
                      <a:pt x="16043" y="2213811"/>
                      <a:pt x="14239" y="2155964"/>
                      <a:pt x="9626" y="2098308"/>
                    </a:cubicBezTo>
                    <a:cubicBezTo>
                      <a:pt x="7817" y="2075693"/>
                      <a:pt x="0" y="2053618"/>
                      <a:pt x="0" y="2030931"/>
                    </a:cubicBezTo>
                    <a:cubicBezTo>
                      <a:pt x="0" y="1905762"/>
                      <a:pt x="3672" y="1780574"/>
                      <a:pt x="9626" y="1655546"/>
                    </a:cubicBezTo>
                    <a:cubicBezTo>
                      <a:pt x="10899" y="1628806"/>
                      <a:pt x="27316" y="1620164"/>
                      <a:pt x="38501" y="1597794"/>
                    </a:cubicBezTo>
                    <a:cubicBezTo>
                      <a:pt x="43038" y="1588719"/>
                      <a:pt x="45457" y="1578707"/>
                      <a:pt x="48127" y="1568918"/>
                    </a:cubicBezTo>
                    <a:cubicBezTo>
                      <a:pt x="55088" y="1543393"/>
                      <a:pt x="62188" y="1517859"/>
                      <a:pt x="67377" y="1491916"/>
                    </a:cubicBezTo>
                    <a:cubicBezTo>
                      <a:pt x="73794" y="1459832"/>
                      <a:pt x="83015" y="1428183"/>
                      <a:pt x="86628" y="1395663"/>
                    </a:cubicBezTo>
                    <a:cubicBezTo>
                      <a:pt x="88395" y="1379763"/>
                      <a:pt x="90201" y="1308378"/>
                      <a:pt x="105878" y="1280160"/>
                    </a:cubicBezTo>
                    <a:cubicBezTo>
                      <a:pt x="117114" y="1259935"/>
                      <a:pt x="131545" y="1241659"/>
                      <a:pt x="144379" y="1222409"/>
                    </a:cubicBezTo>
                    <a:cubicBezTo>
                      <a:pt x="150796" y="1212784"/>
                      <a:pt x="154005" y="1199950"/>
                      <a:pt x="163630" y="1193533"/>
                    </a:cubicBezTo>
                    <a:lnTo>
                      <a:pt x="221381" y="1155032"/>
                    </a:lnTo>
                    <a:cubicBezTo>
                      <a:pt x="234215" y="1135781"/>
                      <a:pt x="252565" y="1119229"/>
                      <a:pt x="259882" y="1097280"/>
                    </a:cubicBezTo>
                    <a:cubicBezTo>
                      <a:pt x="263091" y="1087655"/>
                      <a:pt x="263170" y="1076327"/>
                      <a:pt x="269508" y="1068404"/>
                    </a:cubicBezTo>
                    <a:cubicBezTo>
                      <a:pt x="276734" y="1059371"/>
                      <a:pt x="288758" y="1055571"/>
                      <a:pt x="298383" y="1049154"/>
                    </a:cubicBezTo>
                    <a:cubicBezTo>
                      <a:pt x="353557" y="966394"/>
                      <a:pt x="287406" y="1071107"/>
                      <a:pt x="327259" y="991402"/>
                    </a:cubicBezTo>
                    <a:cubicBezTo>
                      <a:pt x="332432" y="981055"/>
                      <a:pt x="340093" y="972152"/>
                      <a:pt x="346510" y="962527"/>
                    </a:cubicBezTo>
                    <a:cubicBezTo>
                      <a:pt x="369418" y="893800"/>
                      <a:pt x="354504" y="921659"/>
                      <a:pt x="385011" y="875899"/>
                    </a:cubicBezTo>
                    <a:cubicBezTo>
                      <a:pt x="394542" y="847304"/>
                      <a:pt x="400631" y="812153"/>
                      <a:pt x="423512" y="789272"/>
                    </a:cubicBezTo>
                    <a:cubicBezTo>
                      <a:pt x="431692" y="781092"/>
                      <a:pt x="442763" y="776438"/>
                      <a:pt x="452388" y="770021"/>
                    </a:cubicBezTo>
                    <a:lnTo>
                      <a:pt x="490889" y="712270"/>
                    </a:lnTo>
                    <a:cubicBezTo>
                      <a:pt x="497306" y="702645"/>
                      <a:pt x="506481" y="694368"/>
                      <a:pt x="510139" y="683394"/>
                    </a:cubicBezTo>
                    <a:lnTo>
                      <a:pt x="529390" y="625642"/>
                    </a:lnTo>
                    <a:cubicBezTo>
                      <a:pt x="519743" y="654581"/>
                      <a:pt x="521245" y="658517"/>
                      <a:pt x="500514" y="683394"/>
                    </a:cubicBezTo>
                    <a:cubicBezTo>
                      <a:pt x="491800" y="693851"/>
                      <a:pt x="479995" y="701525"/>
                      <a:pt x="471638" y="712270"/>
                    </a:cubicBezTo>
                    <a:cubicBezTo>
                      <a:pt x="457434" y="730532"/>
                      <a:pt x="445971" y="750771"/>
                      <a:pt x="433137" y="770021"/>
                    </a:cubicBezTo>
                    <a:cubicBezTo>
                      <a:pt x="426720" y="779646"/>
                      <a:pt x="417545" y="787923"/>
                      <a:pt x="413887" y="798897"/>
                    </a:cubicBezTo>
                    <a:cubicBezTo>
                      <a:pt x="404356" y="827488"/>
                      <a:pt x="398265" y="862645"/>
                      <a:pt x="375386" y="885524"/>
                    </a:cubicBezTo>
                    <a:cubicBezTo>
                      <a:pt x="367206" y="893704"/>
                      <a:pt x="356135" y="898358"/>
                      <a:pt x="346510" y="904775"/>
                    </a:cubicBezTo>
                    <a:lnTo>
                      <a:pt x="327259" y="962527"/>
                    </a:lnTo>
                    <a:cubicBezTo>
                      <a:pt x="318569" y="988596"/>
                      <a:pt x="320838" y="1001487"/>
                      <a:pt x="288758" y="1010653"/>
                    </a:cubicBezTo>
                    <a:cubicBezTo>
                      <a:pt x="276418" y="1014179"/>
                      <a:pt x="274321" y="986590"/>
                      <a:pt x="269508" y="972152"/>
                    </a:cubicBezTo>
                    <a:close/>
                  </a:path>
                </a:pathLst>
              </a:custGeom>
              <a:solidFill>
                <a:srgbClr val="EF3F31"/>
              </a:solidFill>
              <a:ln>
                <a:solidFill>
                  <a:srgbClr val="F4726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Freeform: Shape 8">
                <a:extLst>
                  <a:ext uri="{FF2B5EF4-FFF2-40B4-BE49-F238E27FC236}">
                    <a16:creationId xmlns:a16="http://schemas.microsoft.com/office/drawing/2014/main" id="{9904FE05-8660-4576-95A3-290B75B45A42}"/>
                  </a:ext>
                </a:extLst>
              </p:cNvPr>
              <p:cNvSpPr/>
              <p:nvPr/>
            </p:nvSpPr>
            <p:spPr>
              <a:xfrm>
                <a:off x="5736656" y="2877831"/>
                <a:ext cx="2637322" cy="2993578"/>
              </a:xfrm>
              <a:custGeom>
                <a:avLst/>
                <a:gdLst>
                  <a:gd name="connsiteX0" fmla="*/ 2271562 w 2637322"/>
                  <a:gd name="connsiteY0" fmla="*/ 122 h 2993579"/>
                  <a:gd name="connsiteX1" fmla="*/ 2290813 w 2637322"/>
                  <a:gd name="connsiteY1" fmla="*/ 77124 h 2993579"/>
                  <a:gd name="connsiteX2" fmla="*/ 2329314 w 2637322"/>
                  <a:gd name="connsiteY2" fmla="*/ 163752 h 2993579"/>
                  <a:gd name="connsiteX3" fmla="*/ 2338939 w 2637322"/>
                  <a:gd name="connsiteY3" fmla="*/ 202253 h 2993579"/>
                  <a:gd name="connsiteX4" fmla="*/ 2358190 w 2637322"/>
                  <a:gd name="connsiteY4" fmla="*/ 260004 h 2993579"/>
                  <a:gd name="connsiteX5" fmla="*/ 2387065 w 2637322"/>
                  <a:gd name="connsiteY5" fmla="*/ 346632 h 2993579"/>
                  <a:gd name="connsiteX6" fmla="*/ 2396691 w 2637322"/>
                  <a:gd name="connsiteY6" fmla="*/ 375507 h 2993579"/>
                  <a:gd name="connsiteX7" fmla="*/ 2406316 w 2637322"/>
                  <a:gd name="connsiteY7" fmla="*/ 404383 h 2993579"/>
                  <a:gd name="connsiteX8" fmla="*/ 2425566 w 2637322"/>
                  <a:gd name="connsiteY8" fmla="*/ 433259 h 2993579"/>
                  <a:gd name="connsiteX9" fmla="*/ 2444817 w 2637322"/>
                  <a:gd name="connsiteY9" fmla="*/ 491011 h 2993579"/>
                  <a:gd name="connsiteX10" fmla="*/ 2473693 w 2637322"/>
                  <a:gd name="connsiteY10" fmla="*/ 577638 h 2993579"/>
                  <a:gd name="connsiteX11" fmla="*/ 2492943 w 2637322"/>
                  <a:gd name="connsiteY11" fmla="*/ 635390 h 2993579"/>
                  <a:gd name="connsiteX12" fmla="*/ 2502568 w 2637322"/>
                  <a:gd name="connsiteY12" fmla="*/ 664265 h 2993579"/>
                  <a:gd name="connsiteX13" fmla="*/ 2521819 w 2637322"/>
                  <a:gd name="connsiteY13" fmla="*/ 731642 h 2993579"/>
                  <a:gd name="connsiteX14" fmla="*/ 2531444 w 2637322"/>
                  <a:gd name="connsiteY14" fmla="*/ 770143 h 2993579"/>
                  <a:gd name="connsiteX15" fmla="*/ 2550695 w 2637322"/>
                  <a:gd name="connsiteY15" fmla="*/ 837520 h 2993579"/>
                  <a:gd name="connsiteX16" fmla="*/ 2560320 w 2637322"/>
                  <a:gd name="connsiteY16" fmla="*/ 895272 h 2993579"/>
                  <a:gd name="connsiteX17" fmla="*/ 2569945 w 2637322"/>
                  <a:gd name="connsiteY17" fmla="*/ 933773 h 2993579"/>
                  <a:gd name="connsiteX18" fmla="*/ 2579571 w 2637322"/>
                  <a:gd name="connsiteY18" fmla="*/ 981899 h 2993579"/>
                  <a:gd name="connsiteX19" fmla="*/ 2589196 w 2637322"/>
                  <a:gd name="connsiteY19" fmla="*/ 1010775 h 2993579"/>
                  <a:gd name="connsiteX20" fmla="*/ 2598821 w 2637322"/>
                  <a:gd name="connsiteY20" fmla="*/ 1058901 h 2993579"/>
                  <a:gd name="connsiteX21" fmla="*/ 2608446 w 2637322"/>
                  <a:gd name="connsiteY21" fmla="*/ 1155154 h 2993579"/>
                  <a:gd name="connsiteX22" fmla="*/ 2618072 w 2637322"/>
                  <a:gd name="connsiteY22" fmla="*/ 1289907 h 2993579"/>
                  <a:gd name="connsiteX23" fmla="*/ 2627697 w 2637322"/>
                  <a:gd name="connsiteY23" fmla="*/ 1357284 h 2993579"/>
                  <a:gd name="connsiteX24" fmla="*/ 2618072 w 2637322"/>
                  <a:gd name="connsiteY24" fmla="*/ 1944425 h 2993579"/>
                  <a:gd name="connsiteX25" fmla="*/ 2637322 w 2637322"/>
                  <a:gd name="connsiteY25" fmla="*/ 2194682 h 2993579"/>
                  <a:gd name="connsiteX26" fmla="*/ 2627697 w 2637322"/>
                  <a:gd name="connsiteY26" fmla="*/ 2493065 h 2993579"/>
                  <a:gd name="connsiteX27" fmla="*/ 2598821 w 2637322"/>
                  <a:gd name="connsiteY27" fmla="*/ 2608569 h 2993579"/>
                  <a:gd name="connsiteX28" fmla="*/ 2589196 w 2637322"/>
                  <a:gd name="connsiteY28" fmla="*/ 2637444 h 2993579"/>
                  <a:gd name="connsiteX29" fmla="*/ 2579571 w 2637322"/>
                  <a:gd name="connsiteY29" fmla="*/ 2666320 h 2993579"/>
                  <a:gd name="connsiteX30" fmla="*/ 2560320 w 2637322"/>
                  <a:gd name="connsiteY30" fmla="*/ 2791449 h 2993579"/>
                  <a:gd name="connsiteX31" fmla="*/ 2550695 w 2637322"/>
                  <a:gd name="connsiteY31" fmla="*/ 2820324 h 2993579"/>
                  <a:gd name="connsiteX32" fmla="*/ 2531444 w 2637322"/>
                  <a:gd name="connsiteY32" fmla="*/ 2849200 h 2993579"/>
                  <a:gd name="connsiteX33" fmla="*/ 2483318 w 2637322"/>
                  <a:gd name="connsiteY33" fmla="*/ 2935827 h 2993579"/>
                  <a:gd name="connsiteX34" fmla="*/ 2454442 w 2637322"/>
                  <a:gd name="connsiteY34" fmla="*/ 2955078 h 2993579"/>
                  <a:gd name="connsiteX35" fmla="*/ 2367815 w 2637322"/>
                  <a:gd name="connsiteY35" fmla="*/ 2983954 h 2993579"/>
                  <a:gd name="connsiteX36" fmla="*/ 2338939 w 2637322"/>
                  <a:gd name="connsiteY36" fmla="*/ 2993579 h 2993579"/>
                  <a:gd name="connsiteX37" fmla="*/ 2156059 w 2637322"/>
                  <a:gd name="connsiteY37" fmla="*/ 2945453 h 2993579"/>
                  <a:gd name="connsiteX38" fmla="*/ 2098307 w 2637322"/>
                  <a:gd name="connsiteY38" fmla="*/ 2887701 h 2993579"/>
                  <a:gd name="connsiteX39" fmla="*/ 2040556 w 2637322"/>
                  <a:gd name="connsiteY39" fmla="*/ 2849200 h 2993579"/>
                  <a:gd name="connsiteX40" fmla="*/ 2021305 w 2637322"/>
                  <a:gd name="connsiteY40" fmla="*/ 2820324 h 2993579"/>
                  <a:gd name="connsiteX41" fmla="*/ 1963554 w 2637322"/>
                  <a:gd name="connsiteY41" fmla="*/ 2791449 h 2993579"/>
                  <a:gd name="connsiteX42" fmla="*/ 1934678 w 2637322"/>
                  <a:gd name="connsiteY42" fmla="*/ 2772198 h 2993579"/>
                  <a:gd name="connsiteX43" fmla="*/ 1828800 w 2637322"/>
                  <a:gd name="connsiteY43" fmla="*/ 2743322 h 2993579"/>
                  <a:gd name="connsiteX44" fmla="*/ 1751798 w 2637322"/>
                  <a:gd name="connsiteY44" fmla="*/ 2733697 h 2993579"/>
                  <a:gd name="connsiteX45" fmla="*/ 1694046 w 2637322"/>
                  <a:gd name="connsiteY45" fmla="*/ 2714446 h 2993579"/>
                  <a:gd name="connsiteX46" fmla="*/ 1578543 w 2637322"/>
                  <a:gd name="connsiteY46" fmla="*/ 2695196 h 2993579"/>
                  <a:gd name="connsiteX47" fmla="*/ 1549667 w 2637322"/>
                  <a:gd name="connsiteY47" fmla="*/ 2685571 h 2993579"/>
                  <a:gd name="connsiteX48" fmla="*/ 1511166 w 2637322"/>
                  <a:gd name="connsiteY48" fmla="*/ 2675945 h 2993579"/>
                  <a:gd name="connsiteX49" fmla="*/ 1472665 w 2637322"/>
                  <a:gd name="connsiteY49" fmla="*/ 2656695 h 2993579"/>
                  <a:gd name="connsiteX50" fmla="*/ 1414914 w 2637322"/>
                  <a:gd name="connsiteY50" fmla="*/ 2637444 h 2993579"/>
                  <a:gd name="connsiteX51" fmla="*/ 1347537 w 2637322"/>
                  <a:gd name="connsiteY51" fmla="*/ 2618194 h 2993579"/>
                  <a:gd name="connsiteX52" fmla="*/ 1289785 w 2637322"/>
                  <a:gd name="connsiteY52" fmla="*/ 2598943 h 2993579"/>
                  <a:gd name="connsiteX53" fmla="*/ 1260910 w 2637322"/>
                  <a:gd name="connsiteY53" fmla="*/ 2589318 h 2993579"/>
                  <a:gd name="connsiteX54" fmla="*/ 1203158 w 2637322"/>
                  <a:gd name="connsiteY54" fmla="*/ 2560442 h 2993579"/>
                  <a:gd name="connsiteX55" fmla="*/ 1174282 w 2637322"/>
                  <a:gd name="connsiteY55" fmla="*/ 2541192 h 2993579"/>
                  <a:gd name="connsiteX56" fmla="*/ 1135781 w 2637322"/>
                  <a:gd name="connsiteY56" fmla="*/ 2531566 h 2993579"/>
                  <a:gd name="connsiteX57" fmla="*/ 1058779 w 2637322"/>
                  <a:gd name="connsiteY57" fmla="*/ 2512316 h 2993579"/>
                  <a:gd name="connsiteX58" fmla="*/ 1029903 w 2637322"/>
                  <a:gd name="connsiteY58" fmla="*/ 2493065 h 2993579"/>
                  <a:gd name="connsiteX59" fmla="*/ 962526 w 2637322"/>
                  <a:gd name="connsiteY59" fmla="*/ 2473815 h 2993579"/>
                  <a:gd name="connsiteX60" fmla="*/ 866274 w 2637322"/>
                  <a:gd name="connsiteY60" fmla="*/ 2444939 h 2993579"/>
                  <a:gd name="connsiteX61" fmla="*/ 770021 w 2637322"/>
                  <a:gd name="connsiteY61" fmla="*/ 2454564 h 2993579"/>
                  <a:gd name="connsiteX62" fmla="*/ 721895 w 2637322"/>
                  <a:gd name="connsiteY62" fmla="*/ 2493065 h 2993579"/>
                  <a:gd name="connsiteX63" fmla="*/ 693019 w 2637322"/>
                  <a:gd name="connsiteY63" fmla="*/ 2502691 h 2993579"/>
                  <a:gd name="connsiteX64" fmla="*/ 606392 w 2637322"/>
                  <a:gd name="connsiteY64" fmla="*/ 2512316 h 2993579"/>
                  <a:gd name="connsiteX65" fmla="*/ 365760 w 2637322"/>
                  <a:gd name="connsiteY65" fmla="*/ 2502691 h 2993579"/>
                  <a:gd name="connsiteX66" fmla="*/ 327259 w 2637322"/>
                  <a:gd name="connsiteY66" fmla="*/ 2464190 h 2993579"/>
                  <a:gd name="connsiteX67" fmla="*/ 298383 w 2637322"/>
                  <a:gd name="connsiteY67" fmla="*/ 2444939 h 2993579"/>
                  <a:gd name="connsiteX68" fmla="*/ 240632 w 2637322"/>
                  <a:gd name="connsiteY68" fmla="*/ 2406438 h 2993579"/>
                  <a:gd name="connsiteX69" fmla="*/ 125128 w 2637322"/>
                  <a:gd name="connsiteY69" fmla="*/ 2416063 h 2993579"/>
                  <a:gd name="connsiteX70" fmla="*/ 67377 w 2637322"/>
                  <a:gd name="connsiteY70" fmla="*/ 2435314 h 2993579"/>
                  <a:gd name="connsiteX71" fmla="*/ 57752 w 2637322"/>
                  <a:gd name="connsiteY71" fmla="*/ 2165806 h 2993579"/>
                  <a:gd name="connsiteX72" fmla="*/ 67377 w 2637322"/>
                  <a:gd name="connsiteY72" fmla="*/ 2117680 h 2993579"/>
                  <a:gd name="connsiteX73" fmla="*/ 86627 w 2637322"/>
                  <a:gd name="connsiteY73" fmla="*/ 2059929 h 2993579"/>
                  <a:gd name="connsiteX74" fmla="*/ 67377 w 2637322"/>
                  <a:gd name="connsiteY74" fmla="*/ 1877049 h 2993579"/>
                  <a:gd name="connsiteX75" fmla="*/ 57752 w 2637322"/>
                  <a:gd name="connsiteY75" fmla="*/ 1280282 h 2993579"/>
                  <a:gd name="connsiteX76" fmla="*/ 38501 w 2637322"/>
                  <a:gd name="connsiteY76" fmla="*/ 1222531 h 2993579"/>
                  <a:gd name="connsiteX77" fmla="*/ 28876 w 2637322"/>
                  <a:gd name="connsiteY77" fmla="*/ 1193655 h 2993579"/>
                  <a:gd name="connsiteX78" fmla="*/ 19251 w 2637322"/>
                  <a:gd name="connsiteY78" fmla="*/ 1164779 h 2993579"/>
                  <a:gd name="connsiteX79" fmla="*/ 9625 w 2637322"/>
                  <a:gd name="connsiteY79" fmla="*/ 1135903 h 2993579"/>
                  <a:gd name="connsiteX80" fmla="*/ 0 w 2637322"/>
                  <a:gd name="connsiteY80" fmla="*/ 972274 h 2993579"/>
                  <a:gd name="connsiteX81" fmla="*/ 9625 w 2637322"/>
                  <a:gd name="connsiteY81" fmla="*/ 779769 h 2993579"/>
                  <a:gd name="connsiteX82" fmla="*/ 19251 w 2637322"/>
                  <a:gd name="connsiteY82" fmla="*/ 818270 h 2993579"/>
                  <a:gd name="connsiteX83" fmla="*/ 28876 w 2637322"/>
                  <a:gd name="connsiteY83" fmla="*/ 847145 h 2993579"/>
                  <a:gd name="connsiteX84" fmla="*/ 48126 w 2637322"/>
                  <a:gd name="connsiteY84" fmla="*/ 876021 h 2993579"/>
                  <a:gd name="connsiteX85" fmla="*/ 57752 w 2637322"/>
                  <a:gd name="connsiteY85" fmla="*/ 904897 h 2993579"/>
                  <a:gd name="connsiteX86" fmla="*/ 77002 w 2637322"/>
                  <a:gd name="connsiteY86" fmla="*/ 933773 h 2993579"/>
                  <a:gd name="connsiteX87" fmla="*/ 96253 w 2637322"/>
                  <a:gd name="connsiteY87" fmla="*/ 1001150 h 2993579"/>
                  <a:gd name="connsiteX88" fmla="*/ 115503 w 2637322"/>
                  <a:gd name="connsiteY88" fmla="*/ 1030025 h 2993579"/>
                  <a:gd name="connsiteX89" fmla="*/ 163630 w 2637322"/>
                  <a:gd name="connsiteY89" fmla="*/ 1116653 h 2993579"/>
                  <a:gd name="connsiteX90" fmla="*/ 192505 w 2637322"/>
                  <a:gd name="connsiteY90" fmla="*/ 1126278 h 2993579"/>
                  <a:gd name="connsiteX91" fmla="*/ 211756 w 2637322"/>
                  <a:gd name="connsiteY91" fmla="*/ 1155154 h 2993579"/>
                  <a:gd name="connsiteX92" fmla="*/ 269507 w 2637322"/>
                  <a:gd name="connsiteY92" fmla="*/ 1184030 h 2993579"/>
                  <a:gd name="connsiteX93" fmla="*/ 327259 w 2637322"/>
                  <a:gd name="connsiteY93" fmla="*/ 1270657 h 2993579"/>
                  <a:gd name="connsiteX94" fmla="*/ 346510 w 2637322"/>
                  <a:gd name="connsiteY94" fmla="*/ 1299533 h 2993579"/>
                  <a:gd name="connsiteX95" fmla="*/ 365760 w 2637322"/>
                  <a:gd name="connsiteY95" fmla="*/ 1357284 h 2993579"/>
                  <a:gd name="connsiteX96" fmla="*/ 385011 w 2637322"/>
                  <a:gd name="connsiteY96" fmla="*/ 1395785 h 2993579"/>
                  <a:gd name="connsiteX97" fmla="*/ 404261 w 2637322"/>
                  <a:gd name="connsiteY97" fmla="*/ 1453537 h 2993579"/>
                  <a:gd name="connsiteX98" fmla="*/ 385011 w 2637322"/>
                  <a:gd name="connsiteY98" fmla="*/ 1607541 h 2993579"/>
                  <a:gd name="connsiteX99" fmla="*/ 365760 w 2637322"/>
                  <a:gd name="connsiteY99" fmla="*/ 1665293 h 2993579"/>
                  <a:gd name="connsiteX100" fmla="*/ 346510 w 2637322"/>
                  <a:gd name="connsiteY100" fmla="*/ 1828922 h 2993579"/>
                  <a:gd name="connsiteX101" fmla="*/ 327259 w 2637322"/>
                  <a:gd name="connsiteY101" fmla="*/ 1886674 h 2993579"/>
                  <a:gd name="connsiteX102" fmla="*/ 308008 w 2637322"/>
                  <a:gd name="connsiteY102" fmla="*/ 1915550 h 2993579"/>
                  <a:gd name="connsiteX103" fmla="*/ 288758 w 2637322"/>
                  <a:gd name="connsiteY103" fmla="*/ 1973301 h 2993579"/>
                  <a:gd name="connsiteX104" fmla="*/ 259882 w 2637322"/>
                  <a:gd name="connsiteY104" fmla="*/ 2040678 h 2993579"/>
                  <a:gd name="connsiteX105" fmla="*/ 221381 w 2637322"/>
                  <a:gd name="connsiteY105" fmla="*/ 2098430 h 2993579"/>
                  <a:gd name="connsiteX106" fmla="*/ 202131 w 2637322"/>
                  <a:gd name="connsiteY106" fmla="*/ 2156181 h 2993579"/>
                  <a:gd name="connsiteX107" fmla="*/ 192505 w 2637322"/>
                  <a:gd name="connsiteY107" fmla="*/ 2185057 h 2993579"/>
                  <a:gd name="connsiteX108" fmla="*/ 202131 w 2637322"/>
                  <a:gd name="connsiteY108" fmla="*/ 2310185 h 2993579"/>
                  <a:gd name="connsiteX109" fmla="*/ 259882 w 2637322"/>
                  <a:gd name="connsiteY109" fmla="*/ 2348686 h 2993579"/>
                  <a:gd name="connsiteX110" fmla="*/ 288758 w 2637322"/>
                  <a:gd name="connsiteY110" fmla="*/ 2367937 h 2993579"/>
                  <a:gd name="connsiteX111" fmla="*/ 308008 w 2637322"/>
                  <a:gd name="connsiteY111" fmla="*/ 2396813 h 2993579"/>
                  <a:gd name="connsiteX112" fmla="*/ 423512 w 2637322"/>
                  <a:gd name="connsiteY112" fmla="*/ 2454564 h 2993579"/>
                  <a:gd name="connsiteX113" fmla="*/ 490888 w 2637322"/>
                  <a:gd name="connsiteY113" fmla="*/ 2464190 h 2993579"/>
                  <a:gd name="connsiteX114" fmla="*/ 529390 w 2637322"/>
                  <a:gd name="connsiteY114" fmla="*/ 2473815 h 2993579"/>
                  <a:gd name="connsiteX115" fmla="*/ 644893 w 2637322"/>
                  <a:gd name="connsiteY115" fmla="*/ 2493065 h 2993579"/>
                  <a:gd name="connsiteX116" fmla="*/ 770021 w 2637322"/>
                  <a:gd name="connsiteY116" fmla="*/ 2483440 h 2993579"/>
                  <a:gd name="connsiteX117" fmla="*/ 798897 w 2637322"/>
                  <a:gd name="connsiteY117" fmla="*/ 2473815 h 2993579"/>
                  <a:gd name="connsiteX118" fmla="*/ 885524 w 2637322"/>
                  <a:gd name="connsiteY118" fmla="*/ 2406438 h 2993579"/>
                  <a:gd name="connsiteX119" fmla="*/ 943276 w 2637322"/>
                  <a:gd name="connsiteY119" fmla="*/ 2367937 h 2993579"/>
                  <a:gd name="connsiteX120" fmla="*/ 972152 w 2637322"/>
                  <a:gd name="connsiteY120" fmla="*/ 2348686 h 2993579"/>
                  <a:gd name="connsiteX121" fmla="*/ 1029903 w 2637322"/>
                  <a:gd name="connsiteY121" fmla="*/ 2329436 h 2993579"/>
                  <a:gd name="connsiteX122" fmla="*/ 1058779 w 2637322"/>
                  <a:gd name="connsiteY122" fmla="*/ 2319811 h 2993579"/>
                  <a:gd name="connsiteX123" fmla="*/ 1145406 w 2637322"/>
                  <a:gd name="connsiteY123" fmla="*/ 2262059 h 2993579"/>
                  <a:gd name="connsiteX124" fmla="*/ 1174282 w 2637322"/>
                  <a:gd name="connsiteY124" fmla="*/ 2242809 h 2993579"/>
                  <a:gd name="connsiteX125" fmla="*/ 1260910 w 2637322"/>
                  <a:gd name="connsiteY125" fmla="*/ 2175432 h 2993579"/>
                  <a:gd name="connsiteX126" fmla="*/ 1318661 w 2637322"/>
                  <a:gd name="connsiteY126" fmla="*/ 2136931 h 2993579"/>
                  <a:gd name="connsiteX127" fmla="*/ 1376413 w 2637322"/>
                  <a:gd name="connsiteY127" fmla="*/ 2098430 h 2993579"/>
                  <a:gd name="connsiteX128" fmla="*/ 1424539 w 2637322"/>
                  <a:gd name="connsiteY128" fmla="*/ 2059929 h 2993579"/>
                  <a:gd name="connsiteX129" fmla="*/ 1443790 w 2637322"/>
                  <a:gd name="connsiteY129" fmla="*/ 2031053 h 2993579"/>
                  <a:gd name="connsiteX130" fmla="*/ 1472665 w 2637322"/>
                  <a:gd name="connsiteY130" fmla="*/ 2002177 h 2993579"/>
                  <a:gd name="connsiteX131" fmla="*/ 1520792 w 2637322"/>
                  <a:gd name="connsiteY131" fmla="*/ 1915550 h 2993579"/>
                  <a:gd name="connsiteX132" fmla="*/ 1540042 w 2637322"/>
                  <a:gd name="connsiteY132" fmla="*/ 1886674 h 2993579"/>
                  <a:gd name="connsiteX133" fmla="*/ 1597794 w 2637322"/>
                  <a:gd name="connsiteY133" fmla="*/ 1771171 h 2993579"/>
                  <a:gd name="connsiteX134" fmla="*/ 1617044 w 2637322"/>
                  <a:gd name="connsiteY134" fmla="*/ 1742295 h 2993579"/>
                  <a:gd name="connsiteX135" fmla="*/ 1626670 w 2637322"/>
                  <a:gd name="connsiteY135" fmla="*/ 1713419 h 2993579"/>
                  <a:gd name="connsiteX136" fmla="*/ 1665171 w 2637322"/>
                  <a:gd name="connsiteY136" fmla="*/ 1655667 h 2993579"/>
                  <a:gd name="connsiteX137" fmla="*/ 1684421 w 2637322"/>
                  <a:gd name="connsiteY137" fmla="*/ 1569040 h 2993579"/>
                  <a:gd name="connsiteX138" fmla="*/ 1694046 w 2637322"/>
                  <a:gd name="connsiteY138" fmla="*/ 1540164 h 2993579"/>
                  <a:gd name="connsiteX139" fmla="*/ 1713297 w 2637322"/>
                  <a:gd name="connsiteY139" fmla="*/ 1511289 h 2993579"/>
                  <a:gd name="connsiteX140" fmla="*/ 1742173 w 2637322"/>
                  <a:gd name="connsiteY140" fmla="*/ 1453537 h 2993579"/>
                  <a:gd name="connsiteX141" fmla="*/ 1771048 w 2637322"/>
                  <a:gd name="connsiteY141" fmla="*/ 1443912 h 2993579"/>
                  <a:gd name="connsiteX142" fmla="*/ 1799924 w 2637322"/>
                  <a:gd name="connsiteY142" fmla="*/ 1424661 h 2993579"/>
                  <a:gd name="connsiteX143" fmla="*/ 1828800 w 2637322"/>
                  <a:gd name="connsiteY143" fmla="*/ 1415036 h 2993579"/>
                  <a:gd name="connsiteX144" fmla="*/ 1848051 w 2637322"/>
                  <a:gd name="connsiteY144" fmla="*/ 1318783 h 2993579"/>
                  <a:gd name="connsiteX145" fmla="*/ 1867301 w 2637322"/>
                  <a:gd name="connsiteY145" fmla="*/ 1261032 h 2993579"/>
                  <a:gd name="connsiteX146" fmla="*/ 1876926 w 2637322"/>
                  <a:gd name="connsiteY146" fmla="*/ 1232156 h 2993579"/>
                  <a:gd name="connsiteX147" fmla="*/ 1896177 w 2637322"/>
                  <a:gd name="connsiteY147" fmla="*/ 1203280 h 2993579"/>
                  <a:gd name="connsiteX148" fmla="*/ 1915427 w 2637322"/>
                  <a:gd name="connsiteY148" fmla="*/ 1135903 h 2993579"/>
                  <a:gd name="connsiteX149" fmla="*/ 1944303 w 2637322"/>
                  <a:gd name="connsiteY149" fmla="*/ 1039651 h 2993579"/>
                  <a:gd name="connsiteX150" fmla="*/ 1953928 w 2637322"/>
                  <a:gd name="connsiteY150" fmla="*/ 1010775 h 2993579"/>
                  <a:gd name="connsiteX151" fmla="*/ 1973179 w 2637322"/>
                  <a:gd name="connsiteY151" fmla="*/ 981899 h 2993579"/>
                  <a:gd name="connsiteX152" fmla="*/ 1992430 w 2637322"/>
                  <a:gd name="connsiteY152" fmla="*/ 914522 h 2993579"/>
                  <a:gd name="connsiteX153" fmla="*/ 2011680 w 2637322"/>
                  <a:gd name="connsiteY153" fmla="*/ 856771 h 2993579"/>
                  <a:gd name="connsiteX154" fmla="*/ 2030931 w 2637322"/>
                  <a:gd name="connsiteY154" fmla="*/ 799019 h 2993579"/>
                  <a:gd name="connsiteX155" fmla="*/ 2069432 w 2637322"/>
                  <a:gd name="connsiteY155" fmla="*/ 712392 h 2993579"/>
                  <a:gd name="connsiteX156" fmla="*/ 2079057 w 2637322"/>
                  <a:gd name="connsiteY156" fmla="*/ 683516 h 2993579"/>
                  <a:gd name="connsiteX157" fmla="*/ 2107933 w 2637322"/>
                  <a:gd name="connsiteY157" fmla="*/ 568013 h 2993579"/>
                  <a:gd name="connsiteX158" fmla="*/ 2136808 w 2637322"/>
                  <a:gd name="connsiteY158" fmla="*/ 481385 h 2993579"/>
                  <a:gd name="connsiteX159" fmla="*/ 2146434 w 2637322"/>
                  <a:gd name="connsiteY159" fmla="*/ 452510 h 2993579"/>
                  <a:gd name="connsiteX160" fmla="*/ 2156059 w 2637322"/>
                  <a:gd name="connsiteY160" fmla="*/ 414009 h 2993579"/>
                  <a:gd name="connsiteX161" fmla="*/ 2175310 w 2637322"/>
                  <a:gd name="connsiteY161" fmla="*/ 356257 h 2993579"/>
                  <a:gd name="connsiteX162" fmla="*/ 2213811 w 2637322"/>
                  <a:gd name="connsiteY162" fmla="*/ 183002 h 2993579"/>
                  <a:gd name="connsiteX163" fmla="*/ 2233061 w 2637322"/>
                  <a:gd name="connsiteY163" fmla="*/ 125251 h 2993579"/>
                  <a:gd name="connsiteX164" fmla="*/ 2252312 w 2637322"/>
                  <a:gd name="connsiteY164" fmla="*/ 96375 h 2993579"/>
                  <a:gd name="connsiteX165" fmla="*/ 2271562 w 2637322"/>
                  <a:gd name="connsiteY165" fmla="*/ 122 h 2993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</a:cxnLst>
                <a:rect l="l" t="t" r="r" b="b"/>
                <a:pathLst>
                  <a:path w="2637322" h="2993579">
                    <a:moveTo>
                      <a:pt x="2271562" y="122"/>
                    </a:moveTo>
                    <a:cubicBezTo>
                      <a:pt x="2277979" y="-3086"/>
                      <a:pt x="2280945" y="57388"/>
                      <a:pt x="2290813" y="77124"/>
                    </a:cubicBezTo>
                    <a:cubicBezTo>
                      <a:pt x="2322413" y="140322"/>
                      <a:pt x="2304486" y="64437"/>
                      <a:pt x="2329314" y="163752"/>
                    </a:cubicBezTo>
                    <a:cubicBezTo>
                      <a:pt x="2332522" y="176586"/>
                      <a:pt x="2335138" y="189582"/>
                      <a:pt x="2338939" y="202253"/>
                    </a:cubicBezTo>
                    <a:cubicBezTo>
                      <a:pt x="2344770" y="221689"/>
                      <a:pt x="2351773" y="240754"/>
                      <a:pt x="2358190" y="260004"/>
                    </a:cubicBezTo>
                    <a:lnTo>
                      <a:pt x="2387065" y="346632"/>
                    </a:lnTo>
                    <a:lnTo>
                      <a:pt x="2396691" y="375507"/>
                    </a:lnTo>
                    <a:cubicBezTo>
                      <a:pt x="2399900" y="385132"/>
                      <a:pt x="2400688" y="395941"/>
                      <a:pt x="2406316" y="404383"/>
                    </a:cubicBezTo>
                    <a:cubicBezTo>
                      <a:pt x="2412733" y="414008"/>
                      <a:pt x="2420868" y="422688"/>
                      <a:pt x="2425566" y="433259"/>
                    </a:cubicBezTo>
                    <a:cubicBezTo>
                      <a:pt x="2433807" y="451802"/>
                      <a:pt x="2438400" y="471760"/>
                      <a:pt x="2444817" y="491011"/>
                    </a:cubicBezTo>
                    <a:lnTo>
                      <a:pt x="2473693" y="577638"/>
                    </a:lnTo>
                    <a:lnTo>
                      <a:pt x="2492943" y="635390"/>
                    </a:lnTo>
                    <a:cubicBezTo>
                      <a:pt x="2496151" y="645015"/>
                      <a:pt x="2500107" y="654422"/>
                      <a:pt x="2502568" y="664265"/>
                    </a:cubicBezTo>
                    <a:cubicBezTo>
                      <a:pt x="2532674" y="784678"/>
                      <a:pt x="2494191" y="634942"/>
                      <a:pt x="2521819" y="731642"/>
                    </a:cubicBezTo>
                    <a:cubicBezTo>
                      <a:pt x="2525453" y="744362"/>
                      <a:pt x="2527810" y="757423"/>
                      <a:pt x="2531444" y="770143"/>
                    </a:cubicBezTo>
                    <a:cubicBezTo>
                      <a:pt x="2543678" y="812962"/>
                      <a:pt x="2540663" y="787360"/>
                      <a:pt x="2550695" y="837520"/>
                    </a:cubicBezTo>
                    <a:cubicBezTo>
                      <a:pt x="2554522" y="856657"/>
                      <a:pt x="2556493" y="876135"/>
                      <a:pt x="2560320" y="895272"/>
                    </a:cubicBezTo>
                    <a:cubicBezTo>
                      <a:pt x="2562914" y="908244"/>
                      <a:pt x="2567075" y="920859"/>
                      <a:pt x="2569945" y="933773"/>
                    </a:cubicBezTo>
                    <a:cubicBezTo>
                      <a:pt x="2573494" y="949743"/>
                      <a:pt x="2575603" y="966028"/>
                      <a:pt x="2579571" y="981899"/>
                    </a:cubicBezTo>
                    <a:cubicBezTo>
                      <a:pt x="2582032" y="991742"/>
                      <a:pt x="2586735" y="1000932"/>
                      <a:pt x="2589196" y="1010775"/>
                    </a:cubicBezTo>
                    <a:cubicBezTo>
                      <a:pt x="2593164" y="1026646"/>
                      <a:pt x="2595613" y="1042859"/>
                      <a:pt x="2598821" y="1058901"/>
                    </a:cubicBezTo>
                    <a:cubicBezTo>
                      <a:pt x="2602029" y="1090985"/>
                      <a:pt x="2605768" y="1123021"/>
                      <a:pt x="2608446" y="1155154"/>
                    </a:cubicBezTo>
                    <a:cubicBezTo>
                      <a:pt x="2612186" y="1200031"/>
                      <a:pt x="2613802" y="1245078"/>
                      <a:pt x="2618072" y="1289907"/>
                    </a:cubicBezTo>
                    <a:cubicBezTo>
                      <a:pt x="2620223" y="1312492"/>
                      <a:pt x="2624489" y="1334825"/>
                      <a:pt x="2627697" y="1357284"/>
                    </a:cubicBezTo>
                    <a:cubicBezTo>
                      <a:pt x="2624489" y="1552998"/>
                      <a:pt x="2618072" y="1748685"/>
                      <a:pt x="2618072" y="1944425"/>
                    </a:cubicBezTo>
                    <a:cubicBezTo>
                      <a:pt x="2618072" y="2110880"/>
                      <a:pt x="2616992" y="2093028"/>
                      <a:pt x="2637322" y="2194682"/>
                    </a:cubicBezTo>
                    <a:cubicBezTo>
                      <a:pt x="2634114" y="2294143"/>
                      <a:pt x="2633068" y="2393697"/>
                      <a:pt x="2627697" y="2493065"/>
                    </a:cubicBezTo>
                    <a:cubicBezTo>
                      <a:pt x="2625188" y="2539477"/>
                      <a:pt x="2613376" y="2564905"/>
                      <a:pt x="2598821" y="2608569"/>
                    </a:cubicBezTo>
                    <a:lnTo>
                      <a:pt x="2589196" y="2637444"/>
                    </a:lnTo>
                    <a:lnTo>
                      <a:pt x="2579571" y="2666320"/>
                    </a:lnTo>
                    <a:cubicBezTo>
                      <a:pt x="2573727" y="2713068"/>
                      <a:pt x="2571342" y="2747359"/>
                      <a:pt x="2560320" y="2791449"/>
                    </a:cubicBezTo>
                    <a:cubicBezTo>
                      <a:pt x="2557859" y="2801292"/>
                      <a:pt x="2555232" y="2811249"/>
                      <a:pt x="2550695" y="2820324"/>
                    </a:cubicBezTo>
                    <a:cubicBezTo>
                      <a:pt x="2545521" y="2830671"/>
                      <a:pt x="2537861" y="2839575"/>
                      <a:pt x="2531444" y="2849200"/>
                    </a:cubicBezTo>
                    <a:cubicBezTo>
                      <a:pt x="2512845" y="2904998"/>
                      <a:pt x="2523218" y="2902577"/>
                      <a:pt x="2483318" y="2935827"/>
                    </a:cubicBezTo>
                    <a:cubicBezTo>
                      <a:pt x="2474431" y="2943233"/>
                      <a:pt x="2465013" y="2950380"/>
                      <a:pt x="2454442" y="2955078"/>
                    </a:cubicBezTo>
                    <a:cubicBezTo>
                      <a:pt x="2454428" y="2955084"/>
                      <a:pt x="2382260" y="2979139"/>
                      <a:pt x="2367815" y="2983954"/>
                    </a:cubicBezTo>
                    <a:lnTo>
                      <a:pt x="2338939" y="2993579"/>
                    </a:lnTo>
                    <a:cubicBezTo>
                      <a:pt x="2251177" y="2986828"/>
                      <a:pt x="2215193" y="3004587"/>
                      <a:pt x="2156059" y="2945453"/>
                    </a:cubicBezTo>
                    <a:cubicBezTo>
                      <a:pt x="2136808" y="2926202"/>
                      <a:pt x="2120959" y="2902803"/>
                      <a:pt x="2098307" y="2887701"/>
                    </a:cubicBezTo>
                    <a:lnTo>
                      <a:pt x="2040556" y="2849200"/>
                    </a:lnTo>
                    <a:cubicBezTo>
                      <a:pt x="2034139" y="2839575"/>
                      <a:pt x="2029485" y="2828504"/>
                      <a:pt x="2021305" y="2820324"/>
                    </a:cubicBezTo>
                    <a:cubicBezTo>
                      <a:pt x="2002646" y="2801665"/>
                      <a:pt x="1987039" y="2799277"/>
                      <a:pt x="1963554" y="2791449"/>
                    </a:cubicBezTo>
                    <a:cubicBezTo>
                      <a:pt x="1953929" y="2785032"/>
                      <a:pt x="1945249" y="2776896"/>
                      <a:pt x="1934678" y="2772198"/>
                    </a:cubicBezTo>
                    <a:cubicBezTo>
                      <a:pt x="1902821" y="2758039"/>
                      <a:pt x="1863434" y="2748650"/>
                      <a:pt x="1828800" y="2743322"/>
                    </a:cubicBezTo>
                    <a:cubicBezTo>
                      <a:pt x="1803234" y="2739389"/>
                      <a:pt x="1777465" y="2736905"/>
                      <a:pt x="1751798" y="2733697"/>
                    </a:cubicBezTo>
                    <a:cubicBezTo>
                      <a:pt x="1732547" y="2727280"/>
                      <a:pt x="1714062" y="2717782"/>
                      <a:pt x="1694046" y="2714446"/>
                    </a:cubicBezTo>
                    <a:cubicBezTo>
                      <a:pt x="1655545" y="2708029"/>
                      <a:pt x="1615572" y="2707539"/>
                      <a:pt x="1578543" y="2695196"/>
                    </a:cubicBezTo>
                    <a:cubicBezTo>
                      <a:pt x="1568918" y="2691988"/>
                      <a:pt x="1559423" y="2688358"/>
                      <a:pt x="1549667" y="2685571"/>
                    </a:cubicBezTo>
                    <a:cubicBezTo>
                      <a:pt x="1536947" y="2681937"/>
                      <a:pt x="1523552" y="2680590"/>
                      <a:pt x="1511166" y="2675945"/>
                    </a:cubicBezTo>
                    <a:cubicBezTo>
                      <a:pt x="1497731" y="2670907"/>
                      <a:pt x="1485987" y="2662024"/>
                      <a:pt x="1472665" y="2656695"/>
                    </a:cubicBezTo>
                    <a:cubicBezTo>
                      <a:pt x="1453825" y="2649159"/>
                      <a:pt x="1434164" y="2643861"/>
                      <a:pt x="1414914" y="2637444"/>
                    </a:cubicBezTo>
                    <a:cubicBezTo>
                      <a:pt x="1317886" y="2605101"/>
                      <a:pt x="1468377" y="2654446"/>
                      <a:pt x="1347537" y="2618194"/>
                    </a:cubicBezTo>
                    <a:cubicBezTo>
                      <a:pt x="1328101" y="2612363"/>
                      <a:pt x="1309036" y="2605360"/>
                      <a:pt x="1289785" y="2598943"/>
                    </a:cubicBezTo>
                    <a:lnTo>
                      <a:pt x="1260910" y="2589318"/>
                    </a:lnTo>
                    <a:cubicBezTo>
                      <a:pt x="1178164" y="2534153"/>
                      <a:pt x="1282851" y="2600287"/>
                      <a:pt x="1203158" y="2560442"/>
                    </a:cubicBezTo>
                    <a:cubicBezTo>
                      <a:pt x="1192811" y="2555269"/>
                      <a:pt x="1184915" y="2545749"/>
                      <a:pt x="1174282" y="2541192"/>
                    </a:cubicBezTo>
                    <a:cubicBezTo>
                      <a:pt x="1162123" y="2535981"/>
                      <a:pt x="1148695" y="2534436"/>
                      <a:pt x="1135781" y="2531566"/>
                    </a:cubicBezTo>
                    <a:cubicBezTo>
                      <a:pt x="1066084" y="2516077"/>
                      <a:pt x="1110383" y="2529517"/>
                      <a:pt x="1058779" y="2512316"/>
                    </a:cubicBezTo>
                    <a:cubicBezTo>
                      <a:pt x="1049154" y="2505899"/>
                      <a:pt x="1040250" y="2498238"/>
                      <a:pt x="1029903" y="2493065"/>
                    </a:cubicBezTo>
                    <a:cubicBezTo>
                      <a:pt x="1013730" y="2484979"/>
                      <a:pt x="977945" y="2478441"/>
                      <a:pt x="962526" y="2473815"/>
                    </a:cubicBezTo>
                    <a:cubicBezTo>
                      <a:pt x="845358" y="2438664"/>
                      <a:pt x="955015" y="2467124"/>
                      <a:pt x="866274" y="2444939"/>
                    </a:cubicBezTo>
                    <a:cubicBezTo>
                      <a:pt x="834190" y="2448147"/>
                      <a:pt x="801890" y="2449661"/>
                      <a:pt x="770021" y="2454564"/>
                    </a:cubicBezTo>
                    <a:cubicBezTo>
                      <a:pt x="717603" y="2462628"/>
                      <a:pt x="761102" y="2461699"/>
                      <a:pt x="721895" y="2493065"/>
                    </a:cubicBezTo>
                    <a:cubicBezTo>
                      <a:pt x="713972" y="2499403"/>
                      <a:pt x="703027" y="2501023"/>
                      <a:pt x="693019" y="2502691"/>
                    </a:cubicBezTo>
                    <a:cubicBezTo>
                      <a:pt x="664361" y="2507467"/>
                      <a:pt x="635268" y="2509108"/>
                      <a:pt x="606392" y="2512316"/>
                    </a:cubicBezTo>
                    <a:cubicBezTo>
                      <a:pt x="526181" y="2509108"/>
                      <a:pt x="445831" y="2508410"/>
                      <a:pt x="365760" y="2502691"/>
                    </a:cubicBezTo>
                    <a:cubicBezTo>
                      <a:pt x="316759" y="2499191"/>
                      <a:pt x="350592" y="2493356"/>
                      <a:pt x="327259" y="2464190"/>
                    </a:cubicBezTo>
                    <a:cubicBezTo>
                      <a:pt x="320032" y="2455157"/>
                      <a:pt x="307270" y="2452345"/>
                      <a:pt x="298383" y="2444939"/>
                    </a:cubicBezTo>
                    <a:cubicBezTo>
                      <a:pt x="250317" y="2404884"/>
                      <a:pt x="291377" y="2423353"/>
                      <a:pt x="240632" y="2406438"/>
                    </a:cubicBezTo>
                    <a:cubicBezTo>
                      <a:pt x="202131" y="2409646"/>
                      <a:pt x="163237" y="2409711"/>
                      <a:pt x="125128" y="2416063"/>
                    </a:cubicBezTo>
                    <a:cubicBezTo>
                      <a:pt x="105112" y="2419399"/>
                      <a:pt x="67377" y="2435314"/>
                      <a:pt x="67377" y="2435314"/>
                    </a:cubicBezTo>
                    <a:cubicBezTo>
                      <a:pt x="4478" y="2340967"/>
                      <a:pt x="41550" y="2408827"/>
                      <a:pt x="57752" y="2165806"/>
                    </a:cubicBezTo>
                    <a:cubicBezTo>
                      <a:pt x="58840" y="2149483"/>
                      <a:pt x="63073" y="2133463"/>
                      <a:pt x="67377" y="2117680"/>
                    </a:cubicBezTo>
                    <a:cubicBezTo>
                      <a:pt x="72716" y="2098103"/>
                      <a:pt x="86627" y="2059929"/>
                      <a:pt x="86627" y="2059929"/>
                    </a:cubicBezTo>
                    <a:cubicBezTo>
                      <a:pt x="71022" y="1981900"/>
                      <a:pt x="70320" y="1988880"/>
                      <a:pt x="67377" y="1877049"/>
                    </a:cubicBezTo>
                    <a:cubicBezTo>
                      <a:pt x="62143" y="1678170"/>
                      <a:pt x="66521" y="1479037"/>
                      <a:pt x="57752" y="1280282"/>
                    </a:cubicBezTo>
                    <a:cubicBezTo>
                      <a:pt x="56858" y="1260010"/>
                      <a:pt x="44918" y="1241781"/>
                      <a:pt x="38501" y="1222531"/>
                    </a:cubicBezTo>
                    <a:lnTo>
                      <a:pt x="28876" y="1193655"/>
                    </a:lnTo>
                    <a:lnTo>
                      <a:pt x="19251" y="1164779"/>
                    </a:lnTo>
                    <a:lnTo>
                      <a:pt x="9625" y="1135903"/>
                    </a:lnTo>
                    <a:cubicBezTo>
                      <a:pt x="6417" y="1081360"/>
                      <a:pt x="0" y="1026911"/>
                      <a:pt x="0" y="972274"/>
                    </a:cubicBezTo>
                    <a:cubicBezTo>
                      <a:pt x="0" y="908026"/>
                      <a:pt x="1656" y="843521"/>
                      <a:pt x="9625" y="779769"/>
                    </a:cubicBezTo>
                    <a:cubicBezTo>
                      <a:pt x="11266" y="766642"/>
                      <a:pt x="15617" y="805550"/>
                      <a:pt x="19251" y="818270"/>
                    </a:cubicBezTo>
                    <a:cubicBezTo>
                      <a:pt x="22038" y="828025"/>
                      <a:pt x="24339" y="838070"/>
                      <a:pt x="28876" y="847145"/>
                    </a:cubicBezTo>
                    <a:cubicBezTo>
                      <a:pt x="34049" y="857492"/>
                      <a:pt x="42953" y="865674"/>
                      <a:pt x="48126" y="876021"/>
                    </a:cubicBezTo>
                    <a:cubicBezTo>
                      <a:pt x="52663" y="885096"/>
                      <a:pt x="53215" y="895822"/>
                      <a:pt x="57752" y="904897"/>
                    </a:cubicBezTo>
                    <a:cubicBezTo>
                      <a:pt x="62925" y="915244"/>
                      <a:pt x="71829" y="923426"/>
                      <a:pt x="77002" y="933773"/>
                    </a:cubicBezTo>
                    <a:cubicBezTo>
                      <a:pt x="95730" y="971230"/>
                      <a:pt x="77752" y="957981"/>
                      <a:pt x="96253" y="1001150"/>
                    </a:cubicBezTo>
                    <a:cubicBezTo>
                      <a:pt x="100810" y="1011782"/>
                      <a:pt x="109086" y="1020400"/>
                      <a:pt x="115503" y="1030025"/>
                    </a:cubicBezTo>
                    <a:cubicBezTo>
                      <a:pt x="123978" y="1055451"/>
                      <a:pt x="138806" y="1108378"/>
                      <a:pt x="163630" y="1116653"/>
                    </a:cubicBezTo>
                    <a:lnTo>
                      <a:pt x="192505" y="1126278"/>
                    </a:lnTo>
                    <a:cubicBezTo>
                      <a:pt x="198922" y="1135903"/>
                      <a:pt x="203576" y="1146974"/>
                      <a:pt x="211756" y="1155154"/>
                    </a:cubicBezTo>
                    <a:cubicBezTo>
                      <a:pt x="230413" y="1173811"/>
                      <a:pt x="246024" y="1176201"/>
                      <a:pt x="269507" y="1184030"/>
                    </a:cubicBezTo>
                    <a:lnTo>
                      <a:pt x="327259" y="1270657"/>
                    </a:lnTo>
                    <a:lnTo>
                      <a:pt x="346510" y="1299533"/>
                    </a:lnTo>
                    <a:cubicBezTo>
                      <a:pt x="352927" y="1318783"/>
                      <a:pt x="356685" y="1339135"/>
                      <a:pt x="365760" y="1357284"/>
                    </a:cubicBezTo>
                    <a:cubicBezTo>
                      <a:pt x="372177" y="1370118"/>
                      <a:pt x="379682" y="1382463"/>
                      <a:pt x="385011" y="1395785"/>
                    </a:cubicBezTo>
                    <a:cubicBezTo>
                      <a:pt x="392547" y="1414626"/>
                      <a:pt x="404261" y="1453537"/>
                      <a:pt x="404261" y="1453537"/>
                    </a:cubicBezTo>
                    <a:cubicBezTo>
                      <a:pt x="397805" y="1531007"/>
                      <a:pt x="402545" y="1549096"/>
                      <a:pt x="385011" y="1607541"/>
                    </a:cubicBezTo>
                    <a:cubicBezTo>
                      <a:pt x="379180" y="1626977"/>
                      <a:pt x="365760" y="1665293"/>
                      <a:pt x="365760" y="1665293"/>
                    </a:cubicBezTo>
                    <a:cubicBezTo>
                      <a:pt x="362385" y="1702424"/>
                      <a:pt x="357546" y="1784777"/>
                      <a:pt x="346510" y="1828922"/>
                    </a:cubicBezTo>
                    <a:cubicBezTo>
                      <a:pt x="341588" y="1848608"/>
                      <a:pt x="338515" y="1869790"/>
                      <a:pt x="327259" y="1886674"/>
                    </a:cubicBezTo>
                    <a:lnTo>
                      <a:pt x="308008" y="1915550"/>
                    </a:lnTo>
                    <a:lnTo>
                      <a:pt x="288758" y="1973301"/>
                    </a:lnTo>
                    <a:cubicBezTo>
                      <a:pt x="278800" y="2003176"/>
                      <a:pt x="277725" y="2010940"/>
                      <a:pt x="259882" y="2040678"/>
                    </a:cubicBezTo>
                    <a:cubicBezTo>
                      <a:pt x="247978" y="2060517"/>
                      <a:pt x="221381" y="2098430"/>
                      <a:pt x="221381" y="2098430"/>
                    </a:cubicBezTo>
                    <a:lnTo>
                      <a:pt x="202131" y="2156181"/>
                    </a:lnTo>
                    <a:lnTo>
                      <a:pt x="192505" y="2185057"/>
                    </a:lnTo>
                    <a:cubicBezTo>
                      <a:pt x="195714" y="2226766"/>
                      <a:pt x="186203" y="2271503"/>
                      <a:pt x="202131" y="2310185"/>
                    </a:cubicBezTo>
                    <a:cubicBezTo>
                      <a:pt x="210940" y="2331578"/>
                      <a:pt x="240632" y="2335852"/>
                      <a:pt x="259882" y="2348686"/>
                    </a:cubicBezTo>
                    <a:lnTo>
                      <a:pt x="288758" y="2367937"/>
                    </a:lnTo>
                    <a:cubicBezTo>
                      <a:pt x="295175" y="2377562"/>
                      <a:pt x="299302" y="2389195"/>
                      <a:pt x="308008" y="2396813"/>
                    </a:cubicBezTo>
                    <a:cubicBezTo>
                      <a:pt x="337766" y="2422851"/>
                      <a:pt x="383172" y="2448801"/>
                      <a:pt x="423512" y="2454564"/>
                    </a:cubicBezTo>
                    <a:cubicBezTo>
                      <a:pt x="445971" y="2457773"/>
                      <a:pt x="468567" y="2460132"/>
                      <a:pt x="490888" y="2464190"/>
                    </a:cubicBezTo>
                    <a:cubicBezTo>
                      <a:pt x="503904" y="2466557"/>
                      <a:pt x="516341" y="2471640"/>
                      <a:pt x="529390" y="2473815"/>
                    </a:cubicBezTo>
                    <a:cubicBezTo>
                      <a:pt x="664580" y="2496346"/>
                      <a:pt x="558252" y="2471405"/>
                      <a:pt x="644893" y="2493065"/>
                    </a:cubicBezTo>
                    <a:cubicBezTo>
                      <a:pt x="686602" y="2489857"/>
                      <a:pt x="728511" y="2488629"/>
                      <a:pt x="770021" y="2483440"/>
                    </a:cubicBezTo>
                    <a:cubicBezTo>
                      <a:pt x="780089" y="2482182"/>
                      <a:pt x="790888" y="2480044"/>
                      <a:pt x="798897" y="2473815"/>
                    </a:cubicBezTo>
                    <a:cubicBezTo>
                      <a:pt x="896285" y="2398068"/>
                      <a:pt x="818722" y="2428704"/>
                      <a:pt x="885524" y="2406438"/>
                    </a:cubicBezTo>
                    <a:lnTo>
                      <a:pt x="943276" y="2367937"/>
                    </a:lnTo>
                    <a:cubicBezTo>
                      <a:pt x="952901" y="2361520"/>
                      <a:pt x="961177" y="2352344"/>
                      <a:pt x="972152" y="2348686"/>
                    </a:cubicBezTo>
                    <a:lnTo>
                      <a:pt x="1029903" y="2329436"/>
                    </a:lnTo>
                    <a:lnTo>
                      <a:pt x="1058779" y="2319811"/>
                    </a:lnTo>
                    <a:lnTo>
                      <a:pt x="1145406" y="2262059"/>
                    </a:lnTo>
                    <a:cubicBezTo>
                      <a:pt x="1155031" y="2255642"/>
                      <a:pt x="1166102" y="2250989"/>
                      <a:pt x="1174282" y="2242809"/>
                    </a:cubicBezTo>
                    <a:cubicBezTo>
                      <a:pt x="1239208" y="2177883"/>
                      <a:pt x="1206206" y="2193666"/>
                      <a:pt x="1260910" y="2175432"/>
                    </a:cubicBezTo>
                    <a:cubicBezTo>
                      <a:pt x="1353019" y="2083320"/>
                      <a:pt x="1235086" y="2192647"/>
                      <a:pt x="1318661" y="2136931"/>
                    </a:cubicBezTo>
                    <a:cubicBezTo>
                      <a:pt x="1390762" y="2088864"/>
                      <a:pt x="1307753" y="2121316"/>
                      <a:pt x="1376413" y="2098430"/>
                    </a:cubicBezTo>
                    <a:cubicBezTo>
                      <a:pt x="1431579" y="2015678"/>
                      <a:pt x="1358124" y="2113060"/>
                      <a:pt x="1424539" y="2059929"/>
                    </a:cubicBezTo>
                    <a:cubicBezTo>
                      <a:pt x="1433572" y="2052702"/>
                      <a:pt x="1436384" y="2039940"/>
                      <a:pt x="1443790" y="2031053"/>
                    </a:cubicBezTo>
                    <a:cubicBezTo>
                      <a:pt x="1452504" y="2020596"/>
                      <a:pt x="1463040" y="2011802"/>
                      <a:pt x="1472665" y="2002177"/>
                    </a:cubicBezTo>
                    <a:cubicBezTo>
                      <a:pt x="1489608" y="1951351"/>
                      <a:pt x="1476662" y="1981745"/>
                      <a:pt x="1520792" y="1915550"/>
                    </a:cubicBezTo>
                    <a:cubicBezTo>
                      <a:pt x="1527209" y="1905925"/>
                      <a:pt x="1536384" y="1897648"/>
                      <a:pt x="1540042" y="1886674"/>
                    </a:cubicBezTo>
                    <a:cubicBezTo>
                      <a:pt x="1566610" y="1806971"/>
                      <a:pt x="1548036" y="1845808"/>
                      <a:pt x="1597794" y="1771171"/>
                    </a:cubicBezTo>
                    <a:cubicBezTo>
                      <a:pt x="1604211" y="1761546"/>
                      <a:pt x="1613386" y="1753269"/>
                      <a:pt x="1617044" y="1742295"/>
                    </a:cubicBezTo>
                    <a:cubicBezTo>
                      <a:pt x="1620253" y="1732670"/>
                      <a:pt x="1621743" y="1722288"/>
                      <a:pt x="1626670" y="1713419"/>
                    </a:cubicBezTo>
                    <a:cubicBezTo>
                      <a:pt x="1637906" y="1693194"/>
                      <a:pt x="1665171" y="1655667"/>
                      <a:pt x="1665171" y="1655667"/>
                    </a:cubicBezTo>
                    <a:cubicBezTo>
                      <a:pt x="1671787" y="1622586"/>
                      <a:pt x="1675359" y="1600757"/>
                      <a:pt x="1684421" y="1569040"/>
                    </a:cubicBezTo>
                    <a:cubicBezTo>
                      <a:pt x="1687208" y="1559284"/>
                      <a:pt x="1689509" y="1549239"/>
                      <a:pt x="1694046" y="1540164"/>
                    </a:cubicBezTo>
                    <a:cubicBezTo>
                      <a:pt x="1699219" y="1529817"/>
                      <a:pt x="1706880" y="1520914"/>
                      <a:pt x="1713297" y="1511289"/>
                    </a:cubicBezTo>
                    <a:cubicBezTo>
                      <a:pt x="1719638" y="1492266"/>
                      <a:pt x="1725209" y="1467108"/>
                      <a:pt x="1742173" y="1453537"/>
                    </a:cubicBezTo>
                    <a:cubicBezTo>
                      <a:pt x="1750095" y="1447199"/>
                      <a:pt x="1761423" y="1447120"/>
                      <a:pt x="1771048" y="1443912"/>
                    </a:cubicBezTo>
                    <a:cubicBezTo>
                      <a:pt x="1780673" y="1437495"/>
                      <a:pt x="1789577" y="1429834"/>
                      <a:pt x="1799924" y="1424661"/>
                    </a:cubicBezTo>
                    <a:cubicBezTo>
                      <a:pt x="1808999" y="1420124"/>
                      <a:pt x="1824602" y="1424273"/>
                      <a:pt x="1828800" y="1415036"/>
                    </a:cubicBezTo>
                    <a:cubicBezTo>
                      <a:pt x="1842340" y="1385249"/>
                      <a:pt x="1837704" y="1349824"/>
                      <a:pt x="1848051" y="1318783"/>
                    </a:cubicBezTo>
                    <a:lnTo>
                      <a:pt x="1867301" y="1261032"/>
                    </a:lnTo>
                    <a:cubicBezTo>
                      <a:pt x="1870509" y="1251407"/>
                      <a:pt x="1871298" y="1240598"/>
                      <a:pt x="1876926" y="1232156"/>
                    </a:cubicBezTo>
                    <a:lnTo>
                      <a:pt x="1896177" y="1203280"/>
                    </a:lnTo>
                    <a:cubicBezTo>
                      <a:pt x="1926253" y="1082973"/>
                      <a:pt x="1887821" y="1232523"/>
                      <a:pt x="1915427" y="1135903"/>
                    </a:cubicBezTo>
                    <a:cubicBezTo>
                      <a:pt x="1944521" y="1034078"/>
                      <a:pt x="1898558" y="1176890"/>
                      <a:pt x="1944303" y="1039651"/>
                    </a:cubicBezTo>
                    <a:cubicBezTo>
                      <a:pt x="1947511" y="1030026"/>
                      <a:pt x="1948300" y="1019217"/>
                      <a:pt x="1953928" y="1010775"/>
                    </a:cubicBezTo>
                    <a:lnTo>
                      <a:pt x="1973179" y="981899"/>
                    </a:lnTo>
                    <a:cubicBezTo>
                      <a:pt x="2005529" y="884847"/>
                      <a:pt x="1956168" y="1035394"/>
                      <a:pt x="1992430" y="914522"/>
                    </a:cubicBezTo>
                    <a:cubicBezTo>
                      <a:pt x="1998261" y="895086"/>
                      <a:pt x="2005263" y="876021"/>
                      <a:pt x="2011680" y="856771"/>
                    </a:cubicBezTo>
                    <a:cubicBezTo>
                      <a:pt x="2011682" y="856766"/>
                      <a:pt x="2030928" y="799023"/>
                      <a:pt x="2030931" y="799019"/>
                    </a:cubicBezTo>
                    <a:cubicBezTo>
                      <a:pt x="2061436" y="753260"/>
                      <a:pt x="2046524" y="781116"/>
                      <a:pt x="2069432" y="712392"/>
                    </a:cubicBezTo>
                    <a:cubicBezTo>
                      <a:pt x="2072640" y="702767"/>
                      <a:pt x="2077389" y="693524"/>
                      <a:pt x="2079057" y="683516"/>
                    </a:cubicBezTo>
                    <a:cubicBezTo>
                      <a:pt x="2092018" y="605745"/>
                      <a:pt x="2082510" y="644282"/>
                      <a:pt x="2107933" y="568013"/>
                    </a:cubicBezTo>
                    <a:lnTo>
                      <a:pt x="2136808" y="481385"/>
                    </a:lnTo>
                    <a:cubicBezTo>
                      <a:pt x="2140016" y="471760"/>
                      <a:pt x="2143973" y="462353"/>
                      <a:pt x="2146434" y="452510"/>
                    </a:cubicBezTo>
                    <a:cubicBezTo>
                      <a:pt x="2149642" y="439676"/>
                      <a:pt x="2152258" y="426680"/>
                      <a:pt x="2156059" y="414009"/>
                    </a:cubicBezTo>
                    <a:cubicBezTo>
                      <a:pt x="2161890" y="394573"/>
                      <a:pt x="2175310" y="356257"/>
                      <a:pt x="2175310" y="356257"/>
                    </a:cubicBezTo>
                    <a:cubicBezTo>
                      <a:pt x="2197897" y="220732"/>
                      <a:pt x="2182216" y="277786"/>
                      <a:pt x="2213811" y="183002"/>
                    </a:cubicBezTo>
                    <a:cubicBezTo>
                      <a:pt x="2213811" y="183001"/>
                      <a:pt x="2233060" y="125252"/>
                      <a:pt x="2233061" y="125251"/>
                    </a:cubicBezTo>
                    <a:lnTo>
                      <a:pt x="2252312" y="96375"/>
                    </a:lnTo>
                    <a:cubicBezTo>
                      <a:pt x="2272577" y="35579"/>
                      <a:pt x="2265145" y="3330"/>
                      <a:pt x="2271562" y="122"/>
                    </a:cubicBezTo>
                    <a:close/>
                  </a:path>
                </a:pathLst>
              </a:custGeom>
              <a:solidFill>
                <a:srgbClr val="EF3F31"/>
              </a:solidFill>
              <a:ln>
                <a:solidFill>
                  <a:srgbClr val="F4726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reeform: Shape 9">
                <a:extLst>
                  <a:ext uri="{FF2B5EF4-FFF2-40B4-BE49-F238E27FC236}">
                    <a16:creationId xmlns:a16="http://schemas.microsoft.com/office/drawing/2014/main" id="{8D4EF602-C9DD-4E33-9CDF-0B22E3E8E8A1}"/>
                  </a:ext>
                </a:extLst>
              </p:cNvPr>
              <p:cNvSpPr/>
              <p:nvPr/>
            </p:nvSpPr>
            <p:spPr>
              <a:xfrm>
                <a:off x="3357998" y="4962127"/>
                <a:ext cx="1848345" cy="1053662"/>
              </a:xfrm>
              <a:custGeom>
                <a:avLst/>
                <a:gdLst>
                  <a:gd name="connsiteX0" fmla="*/ 1810769 w 1848345"/>
                  <a:gd name="connsiteY0" fmla="*/ 14134 h 1053662"/>
                  <a:gd name="connsiteX1" fmla="*/ 1820394 w 1848345"/>
                  <a:gd name="connsiteY1" fmla="*/ 81510 h 1053662"/>
                  <a:gd name="connsiteX2" fmla="*/ 1839644 w 1848345"/>
                  <a:gd name="connsiteY2" fmla="*/ 139262 h 1053662"/>
                  <a:gd name="connsiteX3" fmla="*/ 1810769 w 1848345"/>
                  <a:gd name="connsiteY3" fmla="*/ 408769 h 1053662"/>
                  <a:gd name="connsiteX4" fmla="*/ 1781893 w 1848345"/>
                  <a:gd name="connsiteY4" fmla="*/ 428020 h 1053662"/>
                  <a:gd name="connsiteX5" fmla="*/ 1733766 w 1848345"/>
                  <a:gd name="connsiteY5" fmla="*/ 476146 h 1053662"/>
                  <a:gd name="connsiteX6" fmla="*/ 1685640 w 1848345"/>
                  <a:gd name="connsiteY6" fmla="*/ 514647 h 1053662"/>
                  <a:gd name="connsiteX7" fmla="*/ 1627889 w 1848345"/>
                  <a:gd name="connsiteY7" fmla="*/ 553148 h 1053662"/>
                  <a:gd name="connsiteX8" fmla="*/ 1396882 w 1848345"/>
                  <a:gd name="connsiteY8" fmla="*/ 582024 h 1053662"/>
                  <a:gd name="connsiteX9" fmla="*/ 1348756 w 1848345"/>
                  <a:gd name="connsiteY9" fmla="*/ 591649 h 1053662"/>
                  <a:gd name="connsiteX10" fmla="*/ 1271754 w 1848345"/>
                  <a:gd name="connsiteY10" fmla="*/ 601275 h 1053662"/>
                  <a:gd name="connsiteX11" fmla="*/ 1146625 w 1848345"/>
                  <a:gd name="connsiteY11" fmla="*/ 630150 h 1053662"/>
                  <a:gd name="connsiteX12" fmla="*/ 1050373 w 1848345"/>
                  <a:gd name="connsiteY12" fmla="*/ 659026 h 1053662"/>
                  <a:gd name="connsiteX13" fmla="*/ 1021497 w 1848345"/>
                  <a:gd name="connsiteY13" fmla="*/ 668651 h 1053662"/>
                  <a:gd name="connsiteX14" fmla="*/ 954120 w 1848345"/>
                  <a:gd name="connsiteY14" fmla="*/ 697527 h 1053662"/>
                  <a:gd name="connsiteX15" fmla="*/ 925244 w 1848345"/>
                  <a:gd name="connsiteY15" fmla="*/ 716778 h 1053662"/>
                  <a:gd name="connsiteX16" fmla="*/ 780865 w 1848345"/>
                  <a:gd name="connsiteY16" fmla="*/ 726403 h 1053662"/>
                  <a:gd name="connsiteX17" fmla="*/ 723114 w 1848345"/>
                  <a:gd name="connsiteY17" fmla="*/ 745654 h 1053662"/>
                  <a:gd name="connsiteX18" fmla="*/ 665362 w 1848345"/>
                  <a:gd name="connsiteY18" fmla="*/ 774529 h 1053662"/>
                  <a:gd name="connsiteX19" fmla="*/ 597985 w 1848345"/>
                  <a:gd name="connsiteY19" fmla="*/ 813030 h 1053662"/>
                  <a:gd name="connsiteX20" fmla="*/ 540234 w 1848345"/>
                  <a:gd name="connsiteY20" fmla="*/ 832281 h 1053662"/>
                  <a:gd name="connsiteX21" fmla="*/ 511358 w 1848345"/>
                  <a:gd name="connsiteY21" fmla="*/ 841906 h 1053662"/>
                  <a:gd name="connsiteX22" fmla="*/ 453606 w 1848345"/>
                  <a:gd name="connsiteY22" fmla="*/ 851531 h 1053662"/>
                  <a:gd name="connsiteX23" fmla="*/ 395855 w 1848345"/>
                  <a:gd name="connsiteY23" fmla="*/ 870782 h 1053662"/>
                  <a:gd name="connsiteX24" fmla="*/ 366979 w 1848345"/>
                  <a:gd name="connsiteY24" fmla="*/ 880407 h 1053662"/>
                  <a:gd name="connsiteX25" fmla="*/ 347729 w 1848345"/>
                  <a:gd name="connsiteY25" fmla="*/ 909283 h 1053662"/>
                  <a:gd name="connsiteX26" fmla="*/ 261101 w 1848345"/>
                  <a:gd name="connsiteY26" fmla="*/ 957409 h 1053662"/>
                  <a:gd name="connsiteX27" fmla="*/ 232225 w 1848345"/>
                  <a:gd name="connsiteY27" fmla="*/ 976660 h 1053662"/>
                  <a:gd name="connsiteX28" fmla="*/ 174474 w 1848345"/>
                  <a:gd name="connsiteY28" fmla="*/ 995910 h 1053662"/>
                  <a:gd name="connsiteX29" fmla="*/ 87846 w 1848345"/>
                  <a:gd name="connsiteY29" fmla="*/ 1034411 h 1053662"/>
                  <a:gd name="connsiteX30" fmla="*/ 58971 w 1848345"/>
                  <a:gd name="connsiteY30" fmla="*/ 1044037 h 1053662"/>
                  <a:gd name="connsiteX31" fmla="*/ 30095 w 1848345"/>
                  <a:gd name="connsiteY31" fmla="*/ 1053662 h 1053662"/>
                  <a:gd name="connsiteX32" fmla="*/ 1219 w 1848345"/>
                  <a:gd name="connsiteY32" fmla="*/ 1044037 h 1053662"/>
                  <a:gd name="connsiteX33" fmla="*/ 10844 w 1848345"/>
                  <a:gd name="connsiteY33" fmla="*/ 1015161 h 1053662"/>
                  <a:gd name="connsiteX34" fmla="*/ 78221 w 1848345"/>
                  <a:gd name="connsiteY34" fmla="*/ 928534 h 1053662"/>
                  <a:gd name="connsiteX35" fmla="*/ 135973 w 1848345"/>
                  <a:gd name="connsiteY35" fmla="*/ 890033 h 1053662"/>
                  <a:gd name="connsiteX36" fmla="*/ 164849 w 1848345"/>
                  <a:gd name="connsiteY36" fmla="*/ 870782 h 1053662"/>
                  <a:gd name="connsiteX37" fmla="*/ 212975 w 1848345"/>
                  <a:gd name="connsiteY37" fmla="*/ 822656 h 1053662"/>
                  <a:gd name="connsiteX38" fmla="*/ 241851 w 1848345"/>
                  <a:gd name="connsiteY38" fmla="*/ 793780 h 1053662"/>
                  <a:gd name="connsiteX39" fmla="*/ 328478 w 1848345"/>
                  <a:gd name="connsiteY39" fmla="*/ 745654 h 1053662"/>
                  <a:gd name="connsiteX40" fmla="*/ 347729 w 1848345"/>
                  <a:gd name="connsiteY40" fmla="*/ 716778 h 1053662"/>
                  <a:gd name="connsiteX41" fmla="*/ 376604 w 1848345"/>
                  <a:gd name="connsiteY41" fmla="*/ 707153 h 1053662"/>
                  <a:gd name="connsiteX42" fmla="*/ 434356 w 1848345"/>
                  <a:gd name="connsiteY42" fmla="*/ 678277 h 1053662"/>
                  <a:gd name="connsiteX43" fmla="*/ 463232 w 1848345"/>
                  <a:gd name="connsiteY43" fmla="*/ 659026 h 1053662"/>
                  <a:gd name="connsiteX44" fmla="*/ 492107 w 1848345"/>
                  <a:gd name="connsiteY44" fmla="*/ 649401 h 1053662"/>
                  <a:gd name="connsiteX45" fmla="*/ 549859 w 1848345"/>
                  <a:gd name="connsiteY45" fmla="*/ 610900 h 1053662"/>
                  <a:gd name="connsiteX46" fmla="*/ 578735 w 1848345"/>
                  <a:gd name="connsiteY46" fmla="*/ 591649 h 1053662"/>
                  <a:gd name="connsiteX47" fmla="*/ 636486 w 1848345"/>
                  <a:gd name="connsiteY47" fmla="*/ 572399 h 1053662"/>
                  <a:gd name="connsiteX48" fmla="*/ 665362 w 1848345"/>
                  <a:gd name="connsiteY48" fmla="*/ 562774 h 1053662"/>
                  <a:gd name="connsiteX49" fmla="*/ 723114 w 1848345"/>
                  <a:gd name="connsiteY49" fmla="*/ 524273 h 1053662"/>
                  <a:gd name="connsiteX50" fmla="*/ 751990 w 1848345"/>
                  <a:gd name="connsiteY50" fmla="*/ 514647 h 1053662"/>
                  <a:gd name="connsiteX51" fmla="*/ 809741 w 1848345"/>
                  <a:gd name="connsiteY51" fmla="*/ 476146 h 1053662"/>
                  <a:gd name="connsiteX52" fmla="*/ 838617 w 1848345"/>
                  <a:gd name="connsiteY52" fmla="*/ 456896 h 1053662"/>
                  <a:gd name="connsiteX53" fmla="*/ 915619 w 1848345"/>
                  <a:gd name="connsiteY53" fmla="*/ 447270 h 1053662"/>
                  <a:gd name="connsiteX54" fmla="*/ 973371 w 1848345"/>
                  <a:gd name="connsiteY54" fmla="*/ 428020 h 1053662"/>
                  <a:gd name="connsiteX55" fmla="*/ 1011872 w 1848345"/>
                  <a:gd name="connsiteY55" fmla="*/ 418395 h 1053662"/>
                  <a:gd name="connsiteX56" fmla="*/ 1059998 w 1848345"/>
                  <a:gd name="connsiteY56" fmla="*/ 408769 h 1053662"/>
                  <a:gd name="connsiteX57" fmla="*/ 1088874 w 1848345"/>
                  <a:gd name="connsiteY57" fmla="*/ 399144 h 1053662"/>
                  <a:gd name="connsiteX58" fmla="*/ 1165876 w 1848345"/>
                  <a:gd name="connsiteY58" fmla="*/ 379894 h 1053662"/>
                  <a:gd name="connsiteX59" fmla="*/ 1252503 w 1848345"/>
                  <a:gd name="connsiteY59" fmla="*/ 351018 h 1053662"/>
                  <a:gd name="connsiteX60" fmla="*/ 1281379 w 1848345"/>
                  <a:gd name="connsiteY60" fmla="*/ 341393 h 1053662"/>
                  <a:gd name="connsiteX61" fmla="*/ 1310255 w 1848345"/>
                  <a:gd name="connsiteY61" fmla="*/ 322142 h 1053662"/>
                  <a:gd name="connsiteX62" fmla="*/ 1377632 w 1848345"/>
                  <a:gd name="connsiteY62" fmla="*/ 302891 h 1053662"/>
                  <a:gd name="connsiteX63" fmla="*/ 1435383 w 1848345"/>
                  <a:gd name="connsiteY63" fmla="*/ 283641 h 1053662"/>
                  <a:gd name="connsiteX64" fmla="*/ 1493135 w 1848345"/>
                  <a:gd name="connsiteY64" fmla="*/ 245140 h 1053662"/>
                  <a:gd name="connsiteX65" fmla="*/ 1560512 w 1848345"/>
                  <a:gd name="connsiteY65" fmla="*/ 177763 h 1053662"/>
                  <a:gd name="connsiteX66" fmla="*/ 1579762 w 1848345"/>
                  <a:gd name="connsiteY66" fmla="*/ 148887 h 1053662"/>
                  <a:gd name="connsiteX67" fmla="*/ 1608638 w 1848345"/>
                  <a:gd name="connsiteY67" fmla="*/ 129637 h 1053662"/>
                  <a:gd name="connsiteX68" fmla="*/ 1676015 w 1848345"/>
                  <a:gd name="connsiteY68" fmla="*/ 62260 h 1053662"/>
                  <a:gd name="connsiteX69" fmla="*/ 1724141 w 1848345"/>
                  <a:gd name="connsiteY69" fmla="*/ 23759 h 1053662"/>
                  <a:gd name="connsiteX70" fmla="*/ 1810769 w 1848345"/>
                  <a:gd name="connsiteY70" fmla="*/ 14134 h 1053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1848345" h="1053662">
                    <a:moveTo>
                      <a:pt x="1810769" y="14134"/>
                    </a:moveTo>
                    <a:cubicBezTo>
                      <a:pt x="1826811" y="23759"/>
                      <a:pt x="1815293" y="59404"/>
                      <a:pt x="1820394" y="81510"/>
                    </a:cubicBezTo>
                    <a:cubicBezTo>
                      <a:pt x="1824957" y="101282"/>
                      <a:pt x="1839644" y="139262"/>
                      <a:pt x="1839644" y="139262"/>
                    </a:cubicBezTo>
                    <a:cubicBezTo>
                      <a:pt x="1838777" y="160937"/>
                      <a:pt x="1873219" y="346319"/>
                      <a:pt x="1810769" y="408769"/>
                    </a:cubicBezTo>
                    <a:cubicBezTo>
                      <a:pt x="1802589" y="416949"/>
                      <a:pt x="1791518" y="421603"/>
                      <a:pt x="1781893" y="428020"/>
                    </a:cubicBezTo>
                    <a:cubicBezTo>
                      <a:pt x="1730554" y="505027"/>
                      <a:pt x="1797938" y="411974"/>
                      <a:pt x="1733766" y="476146"/>
                    </a:cubicBezTo>
                    <a:cubicBezTo>
                      <a:pt x="1690228" y="519684"/>
                      <a:pt x="1741856" y="495909"/>
                      <a:pt x="1685640" y="514647"/>
                    </a:cubicBezTo>
                    <a:lnTo>
                      <a:pt x="1627889" y="553148"/>
                    </a:lnTo>
                    <a:cubicBezTo>
                      <a:pt x="1542888" y="609816"/>
                      <a:pt x="1610571" y="571849"/>
                      <a:pt x="1396882" y="582024"/>
                    </a:cubicBezTo>
                    <a:cubicBezTo>
                      <a:pt x="1380840" y="585232"/>
                      <a:pt x="1364925" y="589161"/>
                      <a:pt x="1348756" y="591649"/>
                    </a:cubicBezTo>
                    <a:cubicBezTo>
                      <a:pt x="1323190" y="595582"/>
                      <a:pt x="1297269" y="597022"/>
                      <a:pt x="1271754" y="601275"/>
                    </a:cubicBezTo>
                    <a:cubicBezTo>
                      <a:pt x="1118023" y="626897"/>
                      <a:pt x="1221280" y="608820"/>
                      <a:pt x="1146625" y="630150"/>
                    </a:cubicBezTo>
                    <a:cubicBezTo>
                      <a:pt x="1044800" y="659244"/>
                      <a:pt x="1187612" y="613281"/>
                      <a:pt x="1050373" y="659026"/>
                    </a:cubicBezTo>
                    <a:lnTo>
                      <a:pt x="1021497" y="668651"/>
                    </a:lnTo>
                    <a:cubicBezTo>
                      <a:pt x="949002" y="716982"/>
                      <a:pt x="1041137" y="660234"/>
                      <a:pt x="954120" y="697527"/>
                    </a:cubicBezTo>
                    <a:cubicBezTo>
                      <a:pt x="943487" y="702084"/>
                      <a:pt x="936655" y="714876"/>
                      <a:pt x="925244" y="716778"/>
                    </a:cubicBezTo>
                    <a:cubicBezTo>
                      <a:pt x="877667" y="724708"/>
                      <a:pt x="828991" y="723195"/>
                      <a:pt x="780865" y="726403"/>
                    </a:cubicBezTo>
                    <a:cubicBezTo>
                      <a:pt x="761615" y="732820"/>
                      <a:pt x="739998" y="734398"/>
                      <a:pt x="723114" y="745654"/>
                    </a:cubicBezTo>
                    <a:cubicBezTo>
                      <a:pt x="685796" y="770532"/>
                      <a:pt x="705212" y="761246"/>
                      <a:pt x="665362" y="774529"/>
                    </a:cubicBezTo>
                    <a:cubicBezTo>
                      <a:pt x="639313" y="791895"/>
                      <a:pt x="628518" y="800817"/>
                      <a:pt x="597985" y="813030"/>
                    </a:cubicBezTo>
                    <a:cubicBezTo>
                      <a:pt x="579145" y="820566"/>
                      <a:pt x="559484" y="825864"/>
                      <a:pt x="540234" y="832281"/>
                    </a:cubicBezTo>
                    <a:cubicBezTo>
                      <a:pt x="530609" y="835489"/>
                      <a:pt x="521366" y="840238"/>
                      <a:pt x="511358" y="841906"/>
                    </a:cubicBezTo>
                    <a:lnTo>
                      <a:pt x="453606" y="851531"/>
                    </a:lnTo>
                    <a:lnTo>
                      <a:pt x="395855" y="870782"/>
                    </a:lnTo>
                    <a:lnTo>
                      <a:pt x="366979" y="880407"/>
                    </a:lnTo>
                    <a:cubicBezTo>
                      <a:pt x="360562" y="890032"/>
                      <a:pt x="356435" y="901665"/>
                      <a:pt x="347729" y="909283"/>
                    </a:cubicBezTo>
                    <a:cubicBezTo>
                      <a:pt x="306995" y="944926"/>
                      <a:pt x="300761" y="944189"/>
                      <a:pt x="261101" y="957409"/>
                    </a:cubicBezTo>
                    <a:cubicBezTo>
                      <a:pt x="251476" y="963826"/>
                      <a:pt x="242796" y="971962"/>
                      <a:pt x="232225" y="976660"/>
                    </a:cubicBezTo>
                    <a:cubicBezTo>
                      <a:pt x="213682" y="984901"/>
                      <a:pt x="174474" y="995910"/>
                      <a:pt x="174474" y="995910"/>
                    </a:cubicBezTo>
                    <a:cubicBezTo>
                      <a:pt x="128712" y="1026418"/>
                      <a:pt x="156576" y="1011501"/>
                      <a:pt x="87846" y="1034411"/>
                    </a:cubicBezTo>
                    <a:lnTo>
                      <a:pt x="58971" y="1044037"/>
                    </a:lnTo>
                    <a:lnTo>
                      <a:pt x="30095" y="1053662"/>
                    </a:lnTo>
                    <a:cubicBezTo>
                      <a:pt x="20470" y="1050454"/>
                      <a:pt x="5757" y="1053112"/>
                      <a:pt x="1219" y="1044037"/>
                    </a:cubicBezTo>
                    <a:cubicBezTo>
                      <a:pt x="-3319" y="1034962"/>
                      <a:pt x="5917" y="1024030"/>
                      <a:pt x="10844" y="1015161"/>
                    </a:cubicBezTo>
                    <a:cubicBezTo>
                      <a:pt x="26668" y="986678"/>
                      <a:pt x="50769" y="949885"/>
                      <a:pt x="78221" y="928534"/>
                    </a:cubicBezTo>
                    <a:cubicBezTo>
                      <a:pt x="96484" y="914330"/>
                      <a:pt x="116722" y="902867"/>
                      <a:pt x="135973" y="890033"/>
                    </a:cubicBezTo>
                    <a:lnTo>
                      <a:pt x="164849" y="870782"/>
                    </a:lnTo>
                    <a:cubicBezTo>
                      <a:pt x="200141" y="817843"/>
                      <a:pt x="164849" y="862761"/>
                      <a:pt x="212975" y="822656"/>
                    </a:cubicBezTo>
                    <a:cubicBezTo>
                      <a:pt x="223432" y="813942"/>
                      <a:pt x="231106" y="802137"/>
                      <a:pt x="241851" y="793780"/>
                    </a:cubicBezTo>
                    <a:cubicBezTo>
                      <a:pt x="291496" y="755167"/>
                      <a:pt x="284910" y="760176"/>
                      <a:pt x="328478" y="745654"/>
                    </a:cubicBezTo>
                    <a:cubicBezTo>
                      <a:pt x="334895" y="736029"/>
                      <a:pt x="338696" y="724005"/>
                      <a:pt x="347729" y="716778"/>
                    </a:cubicBezTo>
                    <a:cubicBezTo>
                      <a:pt x="355651" y="710440"/>
                      <a:pt x="367529" y="711690"/>
                      <a:pt x="376604" y="707153"/>
                    </a:cubicBezTo>
                    <a:cubicBezTo>
                      <a:pt x="451236" y="669836"/>
                      <a:pt x="361779" y="702468"/>
                      <a:pt x="434356" y="678277"/>
                    </a:cubicBezTo>
                    <a:cubicBezTo>
                      <a:pt x="443981" y="671860"/>
                      <a:pt x="452885" y="664200"/>
                      <a:pt x="463232" y="659026"/>
                    </a:cubicBezTo>
                    <a:cubicBezTo>
                      <a:pt x="472307" y="654489"/>
                      <a:pt x="483238" y="654328"/>
                      <a:pt x="492107" y="649401"/>
                    </a:cubicBezTo>
                    <a:cubicBezTo>
                      <a:pt x="512332" y="638165"/>
                      <a:pt x="530608" y="623734"/>
                      <a:pt x="549859" y="610900"/>
                    </a:cubicBezTo>
                    <a:cubicBezTo>
                      <a:pt x="559484" y="604483"/>
                      <a:pt x="567760" y="595307"/>
                      <a:pt x="578735" y="591649"/>
                    </a:cubicBezTo>
                    <a:lnTo>
                      <a:pt x="636486" y="572399"/>
                    </a:lnTo>
                    <a:lnTo>
                      <a:pt x="665362" y="562774"/>
                    </a:lnTo>
                    <a:cubicBezTo>
                      <a:pt x="684613" y="549940"/>
                      <a:pt x="701165" y="531590"/>
                      <a:pt x="723114" y="524273"/>
                    </a:cubicBezTo>
                    <a:cubicBezTo>
                      <a:pt x="732739" y="521064"/>
                      <a:pt x="743121" y="519574"/>
                      <a:pt x="751990" y="514647"/>
                    </a:cubicBezTo>
                    <a:cubicBezTo>
                      <a:pt x="772214" y="503411"/>
                      <a:pt x="790491" y="488980"/>
                      <a:pt x="809741" y="476146"/>
                    </a:cubicBezTo>
                    <a:cubicBezTo>
                      <a:pt x="819366" y="469729"/>
                      <a:pt x="827138" y="458331"/>
                      <a:pt x="838617" y="456896"/>
                    </a:cubicBezTo>
                    <a:lnTo>
                      <a:pt x="915619" y="447270"/>
                    </a:lnTo>
                    <a:cubicBezTo>
                      <a:pt x="934870" y="440853"/>
                      <a:pt x="953685" y="432941"/>
                      <a:pt x="973371" y="428020"/>
                    </a:cubicBezTo>
                    <a:cubicBezTo>
                      <a:pt x="986205" y="424812"/>
                      <a:pt x="998958" y="421265"/>
                      <a:pt x="1011872" y="418395"/>
                    </a:cubicBezTo>
                    <a:cubicBezTo>
                      <a:pt x="1027842" y="414846"/>
                      <a:pt x="1044127" y="412737"/>
                      <a:pt x="1059998" y="408769"/>
                    </a:cubicBezTo>
                    <a:cubicBezTo>
                      <a:pt x="1069841" y="406308"/>
                      <a:pt x="1079086" y="401814"/>
                      <a:pt x="1088874" y="399144"/>
                    </a:cubicBezTo>
                    <a:cubicBezTo>
                      <a:pt x="1114399" y="392183"/>
                      <a:pt x="1140777" y="388261"/>
                      <a:pt x="1165876" y="379894"/>
                    </a:cubicBezTo>
                    <a:lnTo>
                      <a:pt x="1252503" y="351018"/>
                    </a:lnTo>
                    <a:lnTo>
                      <a:pt x="1281379" y="341393"/>
                    </a:lnTo>
                    <a:cubicBezTo>
                      <a:pt x="1291004" y="334976"/>
                      <a:pt x="1299908" y="327315"/>
                      <a:pt x="1310255" y="322142"/>
                    </a:cubicBezTo>
                    <a:cubicBezTo>
                      <a:pt x="1326423" y="314058"/>
                      <a:pt x="1362220" y="307515"/>
                      <a:pt x="1377632" y="302891"/>
                    </a:cubicBezTo>
                    <a:cubicBezTo>
                      <a:pt x="1397068" y="297060"/>
                      <a:pt x="1435383" y="283641"/>
                      <a:pt x="1435383" y="283641"/>
                    </a:cubicBezTo>
                    <a:cubicBezTo>
                      <a:pt x="1454634" y="270807"/>
                      <a:pt x="1480301" y="264391"/>
                      <a:pt x="1493135" y="245140"/>
                    </a:cubicBezTo>
                    <a:cubicBezTo>
                      <a:pt x="1537264" y="178946"/>
                      <a:pt x="1509687" y="194704"/>
                      <a:pt x="1560512" y="177763"/>
                    </a:cubicBezTo>
                    <a:cubicBezTo>
                      <a:pt x="1566929" y="168138"/>
                      <a:pt x="1571582" y="157067"/>
                      <a:pt x="1579762" y="148887"/>
                    </a:cubicBezTo>
                    <a:cubicBezTo>
                      <a:pt x="1587942" y="140707"/>
                      <a:pt x="1601020" y="138343"/>
                      <a:pt x="1608638" y="129637"/>
                    </a:cubicBezTo>
                    <a:cubicBezTo>
                      <a:pt x="1672236" y="56953"/>
                      <a:pt x="1616652" y="82047"/>
                      <a:pt x="1676015" y="62260"/>
                    </a:cubicBezTo>
                    <a:cubicBezTo>
                      <a:pt x="1711583" y="8906"/>
                      <a:pt x="1674914" y="51107"/>
                      <a:pt x="1724141" y="23759"/>
                    </a:cubicBezTo>
                    <a:cubicBezTo>
                      <a:pt x="1796647" y="-16522"/>
                      <a:pt x="1794727" y="4509"/>
                      <a:pt x="1810769" y="14134"/>
                    </a:cubicBezTo>
                    <a:close/>
                  </a:path>
                </a:pathLst>
              </a:custGeom>
              <a:solidFill>
                <a:srgbClr val="F47268"/>
              </a:solidFill>
              <a:ln>
                <a:solidFill>
                  <a:srgbClr val="F4726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Freeform: Shape 10">
                <a:extLst>
                  <a:ext uri="{FF2B5EF4-FFF2-40B4-BE49-F238E27FC236}">
                    <a16:creationId xmlns:a16="http://schemas.microsoft.com/office/drawing/2014/main" id="{56F3F35D-17E6-4D81-9FC1-FDD0D3F724E1}"/>
                  </a:ext>
                </a:extLst>
              </p:cNvPr>
              <p:cNvSpPr/>
              <p:nvPr/>
            </p:nvSpPr>
            <p:spPr>
              <a:xfrm>
                <a:off x="5823354" y="5312490"/>
                <a:ext cx="1924983" cy="414541"/>
              </a:xfrm>
              <a:custGeom>
                <a:avLst/>
                <a:gdLst>
                  <a:gd name="connsiteX0" fmla="*/ 9556 w 1924983"/>
                  <a:gd name="connsiteY0" fmla="*/ 19905 h 414541"/>
                  <a:gd name="connsiteX1" fmla="*/ 38431 w 1924983"/>
                  <a:gd name="connsiteY1" fmla="*/ 68032 h 414541"/>
                  <a:gd name="connsiteX2" fmla="*/ 153935 w 1924983"/>
                  <a:gd name="connsiteY2" fmla="*/ 125783 h 414541"/>
                  <a:gd name="connsiteX3" fmla="*/ 230937 w 1924983"/>
                  <a:gd name="connsiteY3" fmla="*/ 145034 h 414541"/>
                  <a:gd name="connsiteX4" fmla="*/ 259813 w 1924983"/>
                  <a:gd name="connsiteY4" fmla="*/ 164284 h 414541"/>
                  <a:gd name="connsiteX5" fmla="*/ 307939 w 1924983"/>
                  <a:gd name="connsiteY5" fmla="*/ 212411 h 414541"/>
                  <a:gd name="connsiteX6" fmla="*/ 404191 w 1924983"/>
                  <a:gd name="connsiteY6" fmla="*/ 222036 h 414541"/>
                  <a:gd name="connsiteX7" fmla="*/ 1068335 w 1924983"/>
                  <a:gd name="connsiteY7" fmla="*/ 231661 h 414541"/>
                  <a:gd name="connsiteX8" fmla="*/ 1135711 w 1924983"/>
                  <a:gd name="connsiteY8" fmla="*/ 250912 h 414541"/>
                  <a:gd name="connsiteX9" fmla="*/ 1241589 w 1924983"/>
                  <a:gd name="connsiteY9" fmla="*/ 270162 h 414541"/>
                  <a:gd name="connsiteX10" fmla="*/ 1270465 w 1924983"/>
                  <a:gd name="connsiteY10" fmla="*/ 289413 h 414541"/>
                  <a:gd name="connsiteX11" fmla="*/ 1308966 w 1924983"/>
                  <a:gd name="connsiteY11" fmla="*/ 299038 h 414541"/>
                  <a:gd name="connsiteX12" fmla="*/ 1337842 w 1924983"/>
                  <a:gd name="connsiteY12" fmla="*/ 308663 h 414541"/>
                  <a:gd name="connsiteX13" fmla="*/ 1405219 w 1924983"/>
                  <a:gd name="connsiteY13" fmla="*/ 337539 h 414541"/>
                  <a:gd name="connsiteX14" fmla="*/ 1462970 w 1924983"/>
                  <a:gd name="connsiteY14" fmla="*/ 356790 h 414541"/>
                  <a:gd name="connsiteX15" fmla="*/ 1780604 w 1924983"/>
                  <a:gd name="connsiteY15" fmla="*/ 376040 h 414541"/>
                  <a:gd name="connsiteX16" fmla="*/ 1896107 w 1924983"/>
                  <a:gd name="connsiteY16" fmla="*/ 404916 h 414541"/>
                  <a:gd name="connsiteX17" fmla="*/ 1924983 w 1924983"/>
                  <a:gd name="connsiteY17" fmla="*/ 414541 h 414541"/>
                  <a:gd name="connsiteX18" fmla="*/ 1915358 w 1924983"/>
                  <a:gd name="connsiteY18" fmla="*/ 385665 h 414541"/>
                  <a:gd name="connsiteX19" fmla="*/ 1886482 w 1924983"/>
                  <a:gd name="connsiteY19" fmla="*/ 376040 h 414541"/>
                  <a:gd name="connsiteX20" fmla="*/ 1857606 w 1924983"/>
                  <a:gd name="connsiteY20" fmla="*/ 356790 h 414541"/>
                  <a:gd name="connsiteX21" fmla="*/ 1799855 w 1924983"/>
                  <a:gd name="connsiteY21" fmla="*/ 337539 h 414541"/>
                  <a:gd name="connsiteX22" fmla="*/ 1770979 w 1924983"/>
                  <a:gd name="connsiteY22" fmla="*/ 318288 h 414541"/>
                  <a:gd name="connsiteX23" fmla="*/ 1645850 w 1924983"/>
                  <a:gd name="connsiteY23" fmla="*/ 289413 h 414541"/>
                  <a:gd name="connsiteX24" fmla="*/ 1520722 w 1924983"/>
                  <a:gd name="connsiteY24" fmla="*/ 279787 h 414541"/>
                  <a:gd name="connsiteX25" fmla="*/ 1482221 w 1924983"/>
                  <a:gd name="connsiteY25" fmla="*/ 270162 h 414541"/>
                  <a:gd name="connsiteX26" fmla="*/ 1414844 w 1924983"/>
                  <a:gd name="connsiteY26" fmla="*/ 193160 h 414541"/>
                  <a:gd name="connsiteX27" fmla="*/ 1251215 w 1924983"/>
                  <a:gd name="connsiteY27" fmla="*/ 164284 h 414541"/>
                  <a:gd name="connsiteX28" fmla="*/ 1106836 w 1924983"/>
                  <a:gd name="connsiteY28" fmla="*/ 116158 h 414541"/>
                  <a:gd name="connsiteX29" fmla="*/ 1049084 w 1924983"/>
                  <a:gd name="connsiteY29" fmla="*/ 96907 h 414541"/>
                  <a:gd name="connsiteX30" fmla="*/ 1020208 w 1924983"/>
                  <a:gd name="connsiteY30" fmla="*/ 77657 h 414541"/>
                  <a:gd name="connsiteX31" fmla="*/ 914330 w 1924983"/>
                  <a:gd name="connsiteY31" fmla="*/ 58406 h 414541"/>
                  <a:gd name="connsiteX32" fmla="*/ 827703 w 1924983"/>
                  <a:gd name="connsiteY32" fmla="*/ 29531 h 414541"/>
                  <a:gd name="connsiteX33" fmla="*/ 798827 w 1924983"/>
                  <a:gd name="connsiteY33" fmla="*/ 19905 h 414541"/>
                  <a:gd name="connsiteX34" fmla="*/ 702575 w 1924983"/>
                  <a:gd name="connsiteY34" fmla="*/ 29531 h 414541"/>
                  <a:gd name="connsiteX35" fmla="*/ 673699 w 1924983"/>
                  <a:gd name="connsiteY35" fmla="*/ 39156 h 414541"/>
                  <a:gd name="connsiteX36" fmla="*/ 635198 w 1924983"/>
                  <a:gd name="connsiteY36" fmla="*/ 48781 h 414541"/>
                  <a:gd name="connsiteX37" fmla="*/ 577446 w 1924983"/>
                  <a:gd name="connsiteY37" fmla="*/ 68032 h 414541"/>
                  <a:gd name="connsiteX38" fmla="*/ 548570 w 1924983"/>
                  <a:gd name="connsiteY38" fmla="*/ 77657 h 414541"/>
                  <a:gd name="connsiteX39" fmla="*/ 394566 w 1924983"/>
                  <a:gd name="connsiteY39" fmla="*/ 87282 h 414541"/>
                  <a:gd name="connsiteX40" fmla="*/ 240562 w 1924983"/>
                  <a:gd name="connsiteY40" fmla="*/ 58406 h 414541"/>
                  <a:gd name="connsiteX41" fmla="*/ 211686 w 1924983"/>
                  <a:gd name="connsiteY41" fmla="*/ 39156 h 414541"/>
                  <a:gd name="connsiteX42" fmla="*/ 9556 w 1924983"/>
                  <a:gd name="connsiteY42" fmla="*/ 19905 h 414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1924983" h="414541">
                    <a:moveTo>
                      <a:pt x="9556" y="19905"/>
                    </a:moveTo>
                    <a:cubicBezTo>
                      <a:pt x="-19320" y="24718"/>
                      <a:pt x="25202" y="54803"/>
                      <a:pt x="38431" y="68032"/>
                    </a:cubicBezTo>
                    <a:cubicBezTo>
                      <a:pt x="69799" y="99400"/>
                      <a:pt x="112182" y="115345"/>
                      <a:pt x="153935" y="125783"/>
                    </a:cubicBezTo>
                    <a:lnTo>
                      <a:pt x="230937" y="145034"/>
                    </a:lnTo>
                    <a:cubicBezTo>
                      <a:pt x="240562" y="151451"/>
                      <a:pt x="251633" y="156104"/>
                      <a:pt x="259813" y="164284"/>
                    </a:cubicBezTo>
                    <a:cubicBezTo>
                      <a:pt x="280347" y="184818"/>
                      <a:pt x="274570" y="204710"/>
                      <a:pt x="307939" y="212411"/>
                    </a:cubicBezTo>
                    <a:cubicBezTo>
                      <a:pt x="339357" y="219661"/>
                      <a:pt x="371957" y="221220"/>
                      <a:pt x="404191" y="222036"/>
                    </a:cubicBezTo>
                    <a:cubicBezTo>
                      <a:pt x="625525" y="227639"/>
                      <a:pt x="846954" y="228453"/>
                      <a:pt x="1068335" y="231661"/>
                    </a:cubicBezTo>
                    <a:cubicBezTo>
                      <a:pt x="1093071" y="239906"/>
                      <a:pt x="1109127" y="246079"/>
                      <a:pt x="1135711" y="250912"/>
                    </a:cubicBezTo>
                    <a:cubicBezTo>
                      <a:pt x="1262185" y="273908"/>
                      <a:pt x="1154255" y="248329"/>
                      <a:pt x="1241589" y="270162"/>
                    </a:cubicBezTo>
                    <a:cubicBezTo>
                      <a:pt x="1251214" y="276579"/>
                      <a:pt x="1259832" y="284856"/>
                      <a:pt x="1270465" y="289413"/>
                    </a:cubicBezTo>
                    <a:cubicBezTo>
                      <a:pt x="1282624" y="294624"/>
                      <a:pt x="1296246" y="295404"/>
                      <a:pt x="1308966" y="299038"/>
                    </a:cubicBezTo>
                    <a:cubicBezTo>
                      <a:pt x="1318722" y="301825"/>
                      <a:pt x="1328217" y="305455"/>
                      <a:pt x="1337842" y="308663"/>
                    </a:cubicBezTo>
                    <a:cubicBezTo>
                      <a:pt x="1383655" y="339206"/>
                      <a:pt x="1348713" y="320587"/>
                      <a:pt x="1405219" y="337539"/>
                    </a:cubicBezTo>
                    <a:cubicBezTo>
                      <a:pt x="1424655" y="343370"/>
                      <a:pt x="1443720" y="350373"/>
                      <a:pt x="1462970" y="356790"/>
                    </a:cubicBezTo>
                    <a:cubicBezTo>
                      <a:pt x="1583204" y="396869"/>
                      <a:pt x="1481764" y="366079"/>
                      <a:pt x="1780604" y="376040"/>
                    </a:cubicBezTo>
                    <a:cubicBezTo>
                      <a:pt x="1858375" y="389001"/>
                      <a:pt x="1819838" y="379493"/>
                      <a:pt x="1896107" y="404916"/>
                    </a:cubicBezTo>
                    <a:lnTo>
                      <a:pt x="1924983" y="414541"/>
                    </a:lnTo>
                    <a:cubicBezTo>
                      <a:pt x="1921775" y="404916"/>
                      <a:pt x="1922532" y="392839"/>
                      <a:pt x="1915358" y="385665"/>
                    </a:cubicBezTo>
                    <a:cubicBezTo>
                      <a:pt x="1908184" y="378491"/>
                      <a:pt x="1895557" y="380577"/>
                      <a:pt x="1886482" y="376040"/>
                    </a:cubicBezTo>
                    <a:cubicBezTo>
                      <a:pt x="1876135" y="370867"/>
                      <a:pt x="1868177" y="361488"/>
                      <a:pt x="1857606" y="356790"/>
                    </a:cubicBezTo>
                    <a:cubicBezTo>
                      <a:pt x="1839063" y="348549"/>
                      <a:pt x="1799855" y="337539"/>
                      <a:pt x="1799855" y="337539"/>
                    </a:cubicBezTo>
                    <a:cubicBezTo>
                      <a:pt x="1790230" y="331122"/>
                      <a:pt x="1781550" y="322986"/>
                      <a:pt x="1770979" y="318288"/>
                    </a:cubicBezTo>
                    <a:cubicBezTo>
                      <a:pt x="1727011" y="298747"/>
                      <a:pt x="1693840" y="294212"/>
                      <a:pt x="1645850" y="289413"/>
                    </a:cubicBezTo>
                    <a:cubicBezTo>
                      <a:pt x="1604225" y="285250"/>
                      <a:pt x="1562431" y="282996"/>
                      <a:pt x="1520722" y="279787"/>
                    </a:cubicBezTo>
                    <a:cubicBezTo>
                      <a:pt x="1507888" y="276579"/>
                      <a:pt x="1492177" y="278873"/>
                      <a:pt x="1482221" y="270162"/>
                    </a:cubicBezTo>
                    <a:cubicBezTo>
                      <a:pt x="1421780" y="217276"/>
                      <a:pt x="1470732" y="217999"/>
                      <a:pt x="1414844" y="193160"/>
                    </a:cubicBezTo>
                    <a:cubicBezTo>
                      <a:pt x="1352192" y="165315"/>
                      <a:pt x="1327145" y="171187"/>
                      <a:pt x="1251215" y="164284"/>
                    </a:cubicBezTo>
                    <a:lnTo>
                      <a:pt x="1106836" y="116158"/>
                    </a:lnTo>
                    <a:cubicBezTo>
                      <a:pt x="1106831" y="116156"/>
                      <a:pt x="1049088" y="96910"/>
                      <a:pt x="1049084" y="96907"/>
                    </a:cubicBezTo>
                    <a:cubicBezTo>
                      <a:pt x="1039459" y="90490"/>
                      <a:pt x="1030555" y="82830"/>
                      <a:pt x="1020208" y="77657"/>
                    </a:cubicBezTo>
                    <a:cubicBezTo>
                      <a:pt x="990533" y="62820"/>
                      <a:pt x="940873" y="61724"/>
                      <a:pt x="914330" y="58406"/>
                    </a:cubicBezTo>
                    <a:lnTo>
                      <a:pt x="827703" y="29531"/>
                    </a:lnTo>
                    <a:lnTo>
                      <a:pt x="798827" y="19905"/>
                    </a:lnTo>
                    <a:cubicBezTo>
                      <a:pt x="766743" y="23114"/>
                      <a:pt x="734444" y="24628"/>
                      <a:pt x="702575" y="29531"/>
                    </a:cubicBezTo>
                    <a:cubicBezTo>
                      <a:pt x="692547" y="31074"/>
                      <a:pt x="683455" y="36369"/>
                      <a:pt x="673699" y="39156"/>
                    </a:cubicBezTo>
                    <a:cubicBezTo>
                      <a:pt x="660979" y="42790"/>
                      <a:pt x="647869" y="44980"/>
                      <a:pt x="635198" y="48781"/>
                    </a:cubicBezTo>
                    <a:cubicBezTo>
                      <a:pt x="615762" y="54612"/>
                      <a:pt x="596697" y="61615"/>
                      <a:pt x="577446" y="68032"/>
                    </a:cubicBezTo>
                    <a:cubicBezTo>
                      <a:pt x="567821" y="71240"/>
                      <a:pt x="558696" y="77024"/>
                      <a:pt x="548570" y="77657"/>
                    </a:cubicBezTo>
                    <a:lnTo>
                      <a:pt x="394566" y="87282"/>
                    </a:lnTo>
                    <a:cubicBezTo>
                      <a:pt x="360692" y="83895"/>
                      <a:pt x="276940" y="82657"/>
                      <a:pt x="240562" y="58406"/>
                    </a:cubicBezTo>
                    <a:lnTo>
                      <a:pt x="211686" y="39156"/>
                    </a:lnTo>
                    <a:cubicBezTo>
                      <a:pt x="163961" y="-32434"/>
                      <a:pt x="38432" y="15092"/>
                      <a:pt x="9556" y="19905"/>
                    </a:cubicBezTo>
                    <a:close/>
                  </a:path>
                </a:pathLst>
              </a:custGeom>
              <a:solidFill>
                <a:srgbClr val="F47268"/>
              </a:solidFill>
              <a:ln>
                <a:solidFill>
                  <a:srgbClr val="F4726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3471890-C624-481E-906F-F699E346BEBE}"/>
                </a:ext>
              </a:extLst>
            </p:cNvPr>
            <p:cNvSpPr/>
            <p:nvPr/>
          </p:nvSpPr>
          <p:spPr>
            <a:xfrm>
              <a:off x="1292874" y="1048098"/>
              <a:ext cx="1412910" cy="29122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Predicted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B557AE0-1F56-46C0-A273-A3176E3E63F0}"/>
                </a:ext>
              </a:extLst>
            </p:cNvPr>
            <p:cNvSpPr/>
            <p:nvPr/>
          </p:nvSpPr>
          <p:spPr>
            <a:xfrm>
              <a:off x="1463129" y="1341542"/>
              <a:ext cx="1119792" cy="853627"/>
            </a:xfrm>
            <a:prstGeom prst="rect">
              <a:avLst/>
            </a:prstGeom>
            <a:solidFill>
              <a:srgbClr val="000000">
                <a:alpha val="6500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u="sng" dirty="0">
                  <a:latin typeface="Arial" panose="020B0604020202020204" pitchFamily="34" charset="0"/>
                  <a:cs typeface="Arial" panose="020B0604020202020204" pitchFamily="34" charset="0"/>
                </a:rPr>
                <a:t>Rates</a:t>
              </a:r>
            </a:p>
            <a:p>
              <a:pPr algn="ctr"/>
              <a:r>
                <a:rPr lang="el-GR" sz="1100" dirty="0">
                  <a:latin typeface="Arial" panose="020B0604020202020204" pitchFamily="34" charset="0"/>
                  <a:cs typeface="Arial" panose="020B0604020202020204" pitchFamily="34" charset="0"/>
                </a:rPr>
                <a:t>Δ</a:t>
              </a: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 Proliferation</a:t>
              </a:r>
            </a:p>
            <a:p>
              <a:pPr algn="ctr"/>
              <a:r>
                <a:rPr lang="el-GR" sz="1100" dirty="0">
                  <a:latin typeface="Arial" panose="020B0604020202020204" pitchFamily="34" charset="0"/>
                  <a:cs typeface="Arial" panose="020B0604020202020204" pitchFamily="34" charset="0"/>
                </a:rPr>
                <a:t>Δ</a:t>
              </a: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 Quiescence</a:t>
              </a:r>
            </a:p>
            <a:p>
              <a:pPr algn="ctr"/>
              <a:r>
                <a:rPr lang="el-GR" sz="1100" dirty="0">
                  <a:latin typeface="Arial" panose="020B0604020202020204" pitchFamily="34" charset="0"/>
                  <a:cs typeface="Arial" panose="020B0604020202020204" pitchFamily="34" charset="0"/>
                </a:rPr>
                <a:t>Δ</a:t>
              </a: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 Apoptosis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3364856" y="1635758"/>
            <a:ext cx="12586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Molecular Model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2585337" y="2469896"/>
            <a:ext cx="34768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4951648" y="2446088"/>
            <a:ext cx="34768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849674" y="154436"/>
            <a:ext cx="6030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molecular model of cell fate decision captures stiffness dependent resistance in non-small cell lung cancer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9079" y="913703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a.</a:t>
            </a:r>
          </a:p>
        </p:txBody>
      </p:sp>
      <p:grpSp>
        <p:nvGrpSpPr>
          <p:cNvPr id="68" name="Group 67"/>
          <p:cNvGrpSpPr/>
          <p:nvPr/>
        </p:nvGrpSpPr>
        <p:grpSpPr>
          <a:xfrm>
            <a:off x="300174" y="3609003"/>
            <a:ext cx="2138452" cy="2504696"/>
            <a:chOff x="199263" y="3618841"/>
            <a:chExt cx="2138452" cy="2504696"/>
          </a:xfrm>
        </p:grpSpPr>
        <p:grpSp>
          <p:nvGrpSpPr>
            <p:cNvPr id="54" name="Group 53"/>
            <p:cNvGrpSpPr/>
            <p:nvPr/>
          </p:nvGrpSpPr>
          <p:grpSpPr>
            <a:xfrm>
              <a:off x="250507" y="4126180"/>
              <a:ext cx="2087208" cy="1997357"/>
              <a:chOff x="190347" y="4210404"/>
              <a:chExt cx="2087208" cy="1997357"/>
            </a:xfrm>
          </p:grpSpPr>
          <p:sp>
            <p:nvSpPr>
              <p:cNvPr id="13" name="TextBox 12"/>
              <p:cNvSpPr txBox="1"/>
              <p:nvPr/>
            </p:nvSpPr>
            <p:spPr>
              <a:xfrm>
                <a:off x="1573516" y="5930762"/>
                <a:ext cx="7040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Time (h)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 rot="16200000">
                <a:off x="-428893" y="4829644"/>
                <a:ext cx="15154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Population Doublings</a:t>
                </a:r>
              </a:p>
            </p:txBody>
          </p:sp>
        </p:grpSp>
        <p:sp>
          <p:nvSpPr>
            <p:cNvPr id="59" name="TextBox 58"/>
            <p:cNvSpPr txBox="1"/>
            <p:nvPr/>
          </p:nvSpPr>
          <p:spPr>
            <a:xfrm>
              <a:off x="199263" y="3618841"/>
              <a:ext cx="3032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b.</a:t>
              </a: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297662" y="6254449"/>
            <a:ext cx="2168701" cy="2373601"/>
            <a:chOff x="283259" y="6578250"/>
            <a:chExt cx="2168701" cy="2373601"/>
          </a:xfrm>
        </p:grpSpPr>
        <p:grpSp>
          <p:nvGrpSpPr>
            <p:cNvPr id="57" name="Group 56"/>
            <p:cNvGrpSpPr/>
            <p:nvPr/>
          </p:nvGrpSpPr>
          <p:grpSpPr>
            <a:xfrm>
              <a:off x="309548" y="6754430"/>
              <a:ext cx="2142412" cy="2197421"/>
              <a:chOff x="297516" y="6754430"/>
              <a:chExt cx="2142412" cy="2197421"/>
            </a:xfrm>
          </p:grpSpPr>
          <p:sp>
            <p:nvSpPr>
              <p:cNvPr id="53" name="TextBox 52"/>
              <p:cNvSpPr txBox="1"/>
              <p:nvPr/>
            </p:nvSpPr>
            <p:spPr>
              <a:xfrm>
                <a:off x="1807222" y="6754430"/>
                <a:ext cx="56137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0.2 kPa</a:t>
                </a: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1735889" y="8674852"/>
                <a:ext cx="7040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Time (h)</a:t>
                </a: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 rot="16200000">
                <a:off x="-321724" y="7630275"/>
                <a:ext cx="15154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Population Doublings</a:t>
                </a:r>
              </a:p>
            </p:txBody>
          </p:sp>
        </p:grpSp>
        <p:sp>
          <p:nvSpPr>
            <p:cNvPr id="60" name="TextBox 59"/>
            <p:cNvSpPr txBox="1"/>
            <p:nvPr/>
          </p:nvSpPr>
          <p:spPr>
            <a:xfrm>
              <a:off x="283259" y="6578250"/>
              <a:ext cx="3032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d.</a:t>
              </a:r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3795860" y="6254449"/>
            <a:ext cx="3000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e.</a:t>
            </a:r>
          </a:p>
        </p:txBody>
      </p:sp>
      <p:grpSp>
        <p:nvGrpSpPr>
          <p:cNvPr id="76" name="Group 75"/>
          <p:cNvGrpSpPr/>
          <p:nvPr/>
        </p:nvGrpSpPr>
        <p:grpSpPr>
          <a:xfrm>
            <a:off x="3758650" y="3607313"/>
            <a:ext cx="3273887" cy="2508066"/>
            <a:chOff x="3758650" y="3607313"/>
            <a:chExt cx="3273887" cy="2508066"/>
          </a:xfrm>
        </p:grpSpPr>
        <p:grpSp>
          <p:nvGrpSpPr>
            <p:cNvPr id="70" name="Group 69"/>
            <p:cNvGrpSpPr/>
            <p:nvPr/>
          </p:nvGrpSpPr>
          <p:grpSpPr>
            <a:xfrm>
              <a:off x="3758650" y="3607313"/>
              <a:ext cx="3273887" cy="2508066"/>
              <a:chOff x="3614854" y="3628852"/>
              <a:chExt cx="3273887" cy="2508066"/>
            </a:xfrm>
          </p:grpSpPr>
          <p:sp>
            <p:nvSpPr>
              <p:cNvPr id="61" name="TextBox 60"/>
              <p:cNvSpPr txBox="1"/>
              <p:nvPr/>
            </p:nvSpPr>
            <p:spPr>
              <a:xfrm>
                <a:off x="3614854" y="3628852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c.</a:t>
                </a:r>
              </a:p>
            </p:txBody>
          </p:sp>
          <p:grpSp>
            <p:nvGrpSpPr>
              <p:cNvPr id="69" name="Group 68"/>
              <p:cNvGrpSpPr/>
              <p:nvPr/>
            </p:nvGrpSpPr>
            <p:grpSpPr>
              <a:xfrm>
                <a:off x="3726435" y="3958215"/>
                <a:ext cx="3162306" cy="2178703"/>
                <a:chOff x="3726435" y="3958215"/>
                <a:chExt cx="3162306" cy="2178703"/>
              </a:xfrm>
            </p:grpSpPr>
            <p:pic>
              <p:nvPicPr>
                <p:cNvPr id="65" name="Picture 64"/>
                <p:cNvPicPr>
                  <a:picLocks noChangeAspect="1"/>
                </p:cNvPicPr>
                <p:nvPr/>
              </p:nvPicPr>
              <p:blipFill rotWithShape="1"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5335" r="6337"/>
                <a:stretch/>
              </p:blipFill>
              <p:spPr>
                <a:xfrm>
                  <a:off x="5465995" y="3958215"/>
                  <a:ext cx="1422746" cy="963676"/>
                </a:xfrm>
                <a:prstGeom prst="rect">
                  <a:avLst/>
                </a:prstGeom>
              </p:spPr>
            </p:pic>
            <p:sp>
              <p:nvSpPr>
                <p:cNvPr id="15" name="TextBox 14"/>
                <p:cNvSpPr txBox="1"/>
                <p:nvPr/>
              </p:nvSpPr>
              <p:spPr>
                <a:xfrm rot="16200000">
                  <a:off x="3436420" y="4758864"/>
                  <a:ext cx="85702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Probability</a:t>
                  </a:r>
                </a:p>
              </p:txBody>
            </p:sp>
            <p:sp>
              <p:nvSpPr>
                <p:cNvPr id="16" name="TextBox 15"/>
                <p:cNvSpPr txBox="1"/>
                <p:nvPr/>
              </p:nvSpPr>
              <p:spPr>
                <a:xfrm>
                  <a:off x="5186748" y="5859919"/>
                  <a:ext cx="89159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G1 time (h)</a:t>
                  </a:r>
                </a:p>
              </p:txBody>
            </p:sp>
          </p:grpSp>
        </p:grpSp>
        <p:sp>
          <p:nvSpPr>
            <p:cNvPr id="74" name="TextBox 73"/>
            <p:cNvSpPr txBox="1"/>
            <p:nvPr/>
          </p:nvSpPr>
          <p:spPr>
            <a:xfrm>
              <a:off x="6068841" y="4878298"/>
              <a:ext cx="69923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/>
                <a:t>Stiffness (kPa)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 rot="16200000">
              <a:off x="5503957" y="4269810"/>
              <a:ext cx="34015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sz="700" i="1" dirty="0"/>
                <a:t>τ</a:t>
              </a:r>
              <a:r>
                <a:rPr lang="en-US" sz="700" i="1" dirty="0"/>
                <a:t> </a:t>
              </a:r>
              <a:r>
                <a:rPr lang="en-US" sz="700" dirty="0"/>
                <a:t>fit</a:t>
              </a:r>
              <a:r>
                <a:rPr lang="en-US" sz="700" i="1" dirty="0"/>
                <a:t> </a:t>
              </a:r>
            </a:p>
          </p:txBody>
        </p:sp>
      </p:grpSp>
      <p:sp>
        <p:nvSpPr>
          <p:cNvPr id="82" name="Rectangle 81"/>
          <p:cNvSpPr/>
          <p:nvPr/>
        </p:nvSpPr>
        <p:spPr>
          <a:xfrm>
            <a:off x="792073" y="3939309"/>
            <a:ext cx="500823" cy="4241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4" name="Straight Connector 83"/>
          <p:cNvCxnSpPr/>
          <p:nvPr/>
        </p:nvCxnSpPr>
        <p:spPr>
          <a:xfrm>
            <a:off x="833772" y="4009977"/>
            <a:ext cx="123503" cy="0"/>
          </a:xfrm>
          <a:prstGeom prst="line">
            <a:avLst/>
          </a:prstGeom>
          <a:ln w="28575">
            <a:solidFill>
              <a:srgbClr val="954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833772" y="4099789"/>
            <a:ext cx="123503" cy="0"/>
          </a:xfrm>
          <a:prstGeom prst="line">
            <a:avLst/>
          </a:prstGeom>
          <a:ln w="28575">
            <a:solidFill>
              <a:srgbClr val="2D78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833772" y="4189396"/>
            <a:ext cx="123503" cy="0"/>
          </a:xfrm>
          <a:prstGeom prst="line">
            <a:avLst/>
          </a:prstGeom>
          <a:ln w="28575">
            <a:solidFill>
              <a:srgbClr val="4A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833772" y="4279654"/>
            <a:ext cx="123503" cy="0"/>
          </a:xfrm>
          <a:prstGeom prst="line">
            <a:avLst/>
          </a:prstGeom>
          <a:ln w="28575">
            <a:solidFill>
              <a:srgbClr val="E732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892796" y="3910465"/>
            <a:ext cx="42511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55 kPa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0284" y="3999703"/>
            <a:ext cx="38023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4 kPa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82742" y="4179627"/>
            <a:ext cx="44755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0.2 kPa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82742" y="4092505"/>
            <a:ext cx="44755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0.6 kPa</a:t>
            </a:r>
          </a:p>
        </p:txBody>
      </p:sp>
      <p:pic>
        <p:nvPicPr>
          <p:cNvPr id="96" name="Picture 9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5229" y="3907523"/>
            <a:ext cx="536494" cy="487722"/>
          </a:xfrm>
          <a:prstGeom prst="rect">
            <a:avLst/>
          </a:prstGeom>
        </p:spPr>
      </p:pic>
      <p:sp>
        <p:nvSpPr>
          <p:cNvPr id="97" name="Rectangle 96"/>
          <p:cNvSpPr/>
          <p:nvPr/>
        </p:nvSpPr>
        <p:spPr>
          <a:xfrm>
            <a:off x="808851" y="6447201"/>
            <a:ext cx="753942" cy="32767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8" name="Straight Connector 97"/>
          <p:cNvCxnSpPr/>
          <p:nvPr/>
        </p:nvCxnSpPr>
        <p:spPr>
          <a:xfrm>
            <a:off x="850550" y="6517869"/>
            <a:ext cx="123503" cy="0"/>
          </a:xfrm>
          <a:prstGeom prst="line">
            <a:avLst/>
          </a:prstGeom>
          <a:ln w="28575">
            <a:solidFill>
              <a:srgbClr val="954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>
            <a:off x="850550" y="6607681"/>
            <a:ext cx="123503" cy="0"/>
          </a:xfrm>
          <a:prstGeom prst="line">
            <a:avLst/>
          </a:prstGeom>
          <a:ln w="28575">
            <a:solidFill>
              <a:srgbClr val="2D78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850550" y="6700266"/>
            <a:ext cx="123503" cy="0"/>
          </a:xfrm>
          <a:prstGeom prst="line">
            <a:avLst/>
          </a:prstGeom>
          <a:ln w="28575">
            <a:solidFill>
              <a:srgbClr val="E732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909574" y="6418357"/>
            <a:ext cx="71045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Total Cell Pop.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07062" y="6507595"/>
            <a:ext cx="6351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Mitotic Pop.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9520" y="6600240"/>
            <a:ext cx="73770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Quiescent Pop.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151477" y="8351051"/>
            <a:ext cx="10615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Stiffness (kPa)</a:t>
            </a:r>
          </a:p>
        </p:txBody>
      </p:sp>
      <p:sp>
        <p:nvSpPr>
          <p:cNvPr id="108" name="TextBox 107"/>
          <p:cNvSpPr txBox="1"/>
          <p:nvPr/>
        </p:nvSpPr>
        <p:spPr>
          <a:xfrm rot="16200000">
            <a:off x="3355697" y="7237652"/>
            <a:ext cx="13007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Fractional Change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421237" y="6458193"/>
            <a:ext cx="753942" cy="32767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" name="Straight Connector 109"/>
          <p:cNvCxnSpPr/>
          <p:nvPr/>
        </p:nvCxnSpPr>
        <p:spPr>
          <a:xfrm>
            <a:off x="4462936" y="6528861"/>
            <a:ext cx="123503" cy="0"/>
          </a:xfrm>
          <a:prstGeom prst="line">
            <a:avLst/>
          </a:prstGeom>
          <a:ln w="28575">
            <a:solidFill>
              <a:srgbClr val="42AA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>
            <a:off x="4462936" y="6618673"/>
            <a:ext cx="123503" cy="0"/>
          </a:xfrm>
          <a:prstGeom prst="line">
            <a:avLst/>
          </a:prstGeom>
          <a:ln w="28575">
            <a:solidFill>
              <a:srgbClr val="2D78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>
            <a:off x="4462936" y="6711258"/>
            <a:ext cx="123503" cy="0"/>
          </a:xfrm>
          <a:prstGeom prst="line">
            <a:avLst/>
          </a:prstGeom>
          <a:ln w="28575">
            <a:solidFill>
              <a:srgbClr val="E732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4521960" y="6429349"/>
            <a:ext cx="65915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Division Rate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519448" y="6518587"/>
            <a:ext cx="74090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Quiescent Rate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511906" y="6611232"/>
            <a:ext cx="73449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Apoptosis Rate</a:t>
            </a:r>
          </a:p>
        </p:txBody>
      </p:sp>
    </p:spTree>
    <p:extLst>
      <p:ext uri="{BB962C8B-B14F-4D97-AF65-F5344CB8AC3E}">
        <p14:creationId xmlns:p14="http://schemas.microsoft.com/office/powerpoint/2010/main" val="2386837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968" y="3044008"/>
            <a:ext cx="954599" cy="2887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6868" y="3044829"/>
            <a:ext cx="954599" cy="2887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5768" y="3044008"/>
            <a:ext cx="954599" cy="2887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7967" y="3625796"/>
            <a:ext cx="954599" cy="2887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6867" y="3625796"/>
            <a:ext cx="954599" cy="2887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2619" y="3625796"/>
            <a:ext cx="954599" cy="2887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07967" y="4206763"/>
            <a:ext cx="954599" cy="2887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46867" y="4206763"/>
            <a:ext cx="954599" cy="2887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82619" y="4206763"/>
            <a:ext cx="954599" cy="2887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07967" y="4787730"/>
            <a:ext cx="954599" cy="2887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46867" y="4787730"/>
            <a:ext cx="954599" cy="2887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82619" y="4787730"/>
            <a:ext cx="954599" cy="2887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1068629" y="3051946"/>
            <a:ext cx="5100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pAKT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4065" y="3649332"/>
            <a:ext cx="5036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pERK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1118" y="4213880"/>
            <a:ext cx="4966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pFAK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2176" y="4787730"/>
            <a:ext cx="6155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cyclo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266" y="2292672"/>
            <a:ext cx="7121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Stiffness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7216" y="2628407"/>
            <a:ext cx="11705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Erlotinib (1 </a:t>
            </a:r>
            <a:r>
              <a:rPr lang="el-GR" sz="1200" dirty="0"/>
              <a:t>μ</a:t>
            </a:r>
            <a:r>
              <a:rPr lang="en-US" sz="1200" dirty="0"/>
              <a:t>M)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1639665" y="2628406"/>
            <a:ext cx="701745" cy="276999"/>
            <a:chOff x="1498777" y="5369945"/>
            <a:chExt cx="701745" cy="276999"/>
          </a:xfrm>
        </p:grpSpPr>
        <p:sp>
          <p:nvSpPr>
            <p:cNvPr id="31" name="TextBox 30"/>
            <p:cNvSpPr txBox="1"/>
            <p:nvPr/>
          </p:nvSpPr>
          <p:spPr>
            <a:xfrm>
              <a:off x="1498777" y="5369945"/>
              <a:ext cx="2311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-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38912" y="5369945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+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2774237" y="2628406"/>
            <a:ext cx="701745" cy="276999"/>
            <a:chOff x="1498777" y="5369945"/>
            <a:chExt cx="701745" cy="276999"/>
          </a:xfrm>
        </p:grpSpPr>
        <p:sp>
          <p:nvSpPr>
            <p:cNvPr id="35" name="TextBox 34"/>
            <p:cNvSpPr txBox="1"/>
            <p:nvPr/>
          </p:nvSpPr>
          <p:spPr>
            <a:xfrm>
              <a:off x="1498777" y="5369945"/>
              <a:ext cx="2311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-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938912" y="5369945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+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3928543" y="2628406"/>
            <a:ext cx="701745" cy="276999"/>
            <a:chOff x="1498777" y="5369945"/>
            <a:chExt cx="701745" cy="276999"/>
          </a:xfrm>
        </p:grpSpPr>
        <p:sp>
          <p:nvSpPr>
            <p:cNvPr id="38" name="TextBox 37"/>
            <p:cNvSpPr txBox="1"/>
            <p:nvPr/>
          </p:nvSpPr>
          <p:spPr>
            <a:xfrm>
              <a:off x="1498777" y="5369945"/>
              <a:ext cx="2311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-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938912" y="5369945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+</a:t>
              </a:r>
            </a:p>
          </p:txBody>
        </p:sp>
      </p:grpSp>
      <p:cxnSp>
        <p:nvCxnSpPr>
          <p:cNvPr id="41" name="Straight Connector 40"/>
          <p:cNvCxnSpPr/>
          <p:nvPr/>
        </p:nvCxnSpPr>
        <p:spPr>
          <a:xfrm>
            <a:off x="1488031" y="2483425"/>
            <a:ext cx="9571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2634729" y="2483425"/>
            <a:ext cx="9571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3771321" y="2483425"/>
            <a:ext cx="9571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674501" y="2230222"/>
            <a:ext cx="636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0.2 kPa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81105" y="2230221"/>
            <a:ext cx="519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 kPa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70690" y="2230221"/>
            <a:ext cx="598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55 kPa</a:t>
            </a:r>
          </a:p>
        </p:txBody>
      </p:sp>
      <p:grpSp>
        <p:nvGrpSpPr>
          <p:cNvPr id="54" name="Group 53"/>
          <p:cNvGrpSpPr/>
          <p:nvPr/>
        </p:nvGrpSpPr>
        <p:grpSpPr>
          <a:xfrm>
            <a:off x="5425573" y="1821007"/>
            <a:ext cx="1552382" cy="3933648"/>
            <a:chOff x="5326232" y="1705970"/>
            <a:chExt cx="1552382" cy="3933648"/>
          </a:xfrm>
        </p:grpSpPr>
        <p:pic>
          <p:nvPicPr>
            <p:cNvPr id="53" name="Picture 52"/>
            <p:cNvPicPr>
              <a:picLocks noChangeAspect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662" b="37168"/>
            <a:stretch/>
          </p:blipFill>
          <p:spPr>
            <a:xfrm>
              <a:off x="5326232" y="2834531"/>
              <a:ext cx="1552381" cy="1405719"/>
            </a:xfrm>
            <a:prstGeom prst="rect">
              <a:avLst/>
            </a:prstGeom>
          </p:spPr>
        </p:pic>
        <p:pic>
          <p:nvPicPr>
            <p:cNvPr id="52" name="Picture 51"/>
            <p:cNvPicPr>
              <a:picLocks noChangeAspect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6095" b="6434"/>
            <a:stretch/>
          </p:blipFill>
          <p:spPr>
            <a:xfrm>
              <a:off x="5326232" y="4138523"/>
              <a:ext cx="1552381" cy="1323833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5612611" y="5362619"/>
              <a:ext cx="106150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Stiffness (kPa)</a:t>
              </a:r>
            </a:p>
          </p:txBody>
        </p:sp>
        <p:pic>
          <p:nvPicPr>
            <p:cNvPr id="51" name="Picture 50"/>
            <p:cNvPicPr>
              <a:picLocks noChangeAspect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92" b="68604"/>
            <a:stretch/>
          </p:blipFill>
          <p:spPr>
            <a:xfrm>
              <a:off x="5326233" y="1705970"/>
              <a:ext cx="1552381" cy="12965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03324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040" y="473463"/>
            <a:ext cx="6048909" cy="4242302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65" y="4568170"/>
            <a:ext cx="2837634" cy="212822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 rot="16200000">
            <a:off x="310318" y="5490777"/>
            <a:ext cx="1416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Concentration (</a:t>
            </a:r>
            <a:r>
              <a:rPr lang="el-GR" sz="1200" dirty="0"/>
              <a:t>μ</a:t>
            </a:r>
            <a:r>
              <a:rPr lang="en-US" sz="1200" dirty="0"/>
              <a:t>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80462" y="6647676"/>
            <a:ext cx="7040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Time (h)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22CD0B4-C7FC-41EF-B7F4-4E1DE48CAE89}"/>
              </a:ext>
            </a:extLst>
          </p:cNvPr>
          <p:cNvGrpSpPr/>
          <p:nvPr/>
        </p:nvGrpSpPr>
        <p:grpSpPr>
          <a:xfrm>
            <a:off x="879930" y="4568170"/>
            <a:ext cx="5983823" cy="4707860"/>
            <a:chOff x="879930" y="4568170"/>
            <a:chExt cx="5983823" cy="470786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82AF77B-20EA-4145-8991-5B56BE81D0B5}"/>
                </a:ext>
              </a:extLst>
            </p:cNvPr>
            <p:cNvGrpSpPr/>
            <p:nvPr/>
          </p:nvGrpSpPr>
          <p:grpSpPr>
            <a:xfrm>
              <a:off x="879930" y="6924675"/>
              <a:ext cx="5983823" cy="2351355"/>
              <a:chOff x="879930" y="6924675"/>
              <a:chExt cx="5983823" cy="2351355"/>
            </a:xfrm>
          </p:grpSpPr>
          <p:pic>
            <p:nvPicPr>
              <p:cNvPr id="28" name="Picture 27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26119" y="6924675"/>
                <a:ext cx="2837634" cy="2128225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3665" y="6924675"/>
                <a:ext cx="2837634" cy="2128225"/>
              </a:xfrm>
              <a:prstGeom prst="rect">
                <a:avLst/>
              </a:prstGeom>
            </p:spPr>
          </p:pic>
          <p:sp>
            <p:nvSpPr>
              <p:cNvPr id="33" name="TextBox 32"/>
              <p:cNvSpPr txBox="1"/>
              <p:nvPr/>
            </p:nvSpPr>
            <p:spPr>
              <a:xfrm rot="16200000">
                <a:off x="418009" y="7850288"/>
                <a:ext cx="120084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Particle Number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 rot="16200000">
                <a:off x="3437005" y="7850287"/>
                <a:ext cx="120084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Particle Number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2080462" y="8999031"/>
                <a:ext cx="7040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Time (h)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5092916" y="8999031"/>
                <a:ext cx="7040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Time (h)</a:t>
                </a:r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CFEC7F1-93F2-4DEB-B654-CF55F0F6D698}"/>
                </a:ext>
              </a:extLst>
            </p:cNvPr>
            <p:cNvGrpSpPr/>
            <p:nvPr/>
          </p:nvGrpSpPr>
          <p:grpSpPr>
            <a:xfrm>
              <a:off x="3898925" y="4568170"/>
              <a:ext cx="2964828" cy="2356504"/>
              <a:chOff x="3898925" y="4568170"/>
              <a:chExt cx="2964828" cy="2356504"/>
            </a:xfrm>
          </p:grpSpPr>
          <p:pic>
            <p:nvPicPr>
              <p:cNvPr id="29" name="Picture 28"/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26119" y="4568170"/>
                <a:ext cx="2837634" cy="2128225"/>
              </a:xfrm>
              <a:prstGeom prst="rect">
                <a:avLst/>
              </a:prstGeom>
            </p:spPr>
          </p:pic>
          <p:sp>
            <p:nvSpPr>
              <p:cNvPr id="35" name="TextBox 34"/>
              <p:cNvSpPr txBox="1"/>
              <p:nvPr/>
            </p:nvSpPr>
            <p:spPr>
              <a:xfrm rot="16200000">
                <a:off x="3437004" y="5490776"/>
                <a:ext cx="120084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Particle Number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5092916" y="6647675"/>
                <a:ext cx="7040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Time (h)</a:t>
                </a:r>
              </a:p>
            </p:txBody>
          </p:sp>
          <p:cxnSp>
            <p:nvCxnSpPr>
              <p:cNvPr id="43" name="Straight Connector 42"/>
              <p:cNvCxnSpPr/>
              <p:nvPr/>
            </p:nvCxnSpPr>
            <p:spPr>
              <a:xfrm>
                <a:off x="4609214" y="4868005"/>
                <a:ext cx="483702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5092916" y="5028854"/>
                <a:ext cx="233996" cy="0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6" name="TextBox 45"/>
              <p:cNvSpPr txBox="1"/>
              <p:nvPr/>
            </p:nvSpPr>
            <p:spPr>
              <a:xfrm>
                <a:off x="4701024" y="4681475"/>
                <a:ext cx="30008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G1</a:t>
                </a:r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4973931" y="4836323"/>
                <a:ext cx="49885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S-G2-M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89064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/>
          <p:nvPr/>
        </p:nvPicPr>
        <p:blipFill>
          <a:blip r:embed="rId2"/>
          <a:stretch>
            <a:fillRect/>
          </a:stretch>
        </p:blipFill>
        <p:spPr>
          <a:xfrm>
            <a:off x="5237246" y="1012779"/>
            <a:ext cx="2231390" cy="100838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84" y="1285874"/>
            <a:ext cx="3949366" cy="2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493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4653" y="877978"/>
            <a:ext cx="2611755" cy="1958975"/>
          </a:xfrm>
          <a:prstGeom prst="rect">
            <a:avLst/>
          </a:prstGeom>
        </p:spPr>
      </p:pic>
      <p:sp>
        <p:nvSpPr>
          <p:cNvPr id="13" name="Text Box 14"/>
          <p:cNvSpPr txBox="1"/>
          <p:nvPr/>
        </p:nvSpPr>
        <p:spPr>
          <a:xfrm>
            <a:off x="5677263" y="1039903"/>
            <a:ext cx="541655" cy="35052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p21</a:t>
            </a:r>
            <a:endParaRPr lang="en-US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572" y="2836953"/>
            <a:ext cx="2593340" cy="1945005"/>
          </a:xfrm>
          <a:prstGeom prst="rect">
            <a:avLst/>
          </a:prstGeom>
        </p:spPr>
      </p:pic>
      <p:sp>
        <p:nvSpPr>
          <p:cNvPr id="15" name="Text Box 26"/>
          <p:cNvSpPr txBox="1"/>
          <p:nvPr/>
        </p:nvSpPr>
        <p:spPr>
          <a:xfrm>
            <a:off x="2981416" y="3163343"/>
            <a:ext cx="541655" cy="35052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Rb</a:t>
            </a:r>
            <a:endParaRPr lang="en-US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4653" y="2836953"/>
            <a:ext cx="2614930" cy="1960880"/>
          </a:xfrm>
          <a:prstGeom prst="rect">
            <a:avLst/>
          </a:prstGeom>
        </p:spPr>
      </p:pic>
      <p:sp>
        <p:nvSpPr>
          <p:cNvPr id="17" name="Text Box 30"/>
          <p:cNvSpPr txBox="1"/>
          <p:nvPr/>
        </p:nvSpPr>
        <p:spPr>
          <a:xfrm>
            <a:off x="5441678" y="2977923"/>
            <a:ext cx="775335" cy="35052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E2F</a:t>
            </a:r>
            <a:endParaRPr lang="en-US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252" y="876708"/>
            <a:ext cx="2613660" cy="1960245"/>
          </a:xfrm>
          <a:prstGeom prst="rect">
            <a:avLst/>
          </a:prstGeom>
        </p:spPr>
      </p:pic>
      <p:sp>
        <p:nvSpPr>
          <p:cNvPr id="19" name="Text Box 34"/>
          <p:cNvSpPr txBox="1"/>
          <p:nvPr/>
        </p:nvSpPr>
        <p:spPr>
          <a:xfrm>
            <a:off x="2772547" y="1050063"/>
            <a:ext cx="775335" cy="35052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CycE</a:t>
            </a:r>
            <a:endParaRPr lang="en-US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6363556-0BF6-40AC-9E7A-DCD5598D1BD0}"/>
              </a:ext>
            </a:extLst>
          </p:cNvPr>
          <p:cNvGrpSpPr/>
          <p:nvPr/>
        </p:nvGrpSpPr>
        <p:grpSpPr>
          <a:xfrm>
            <a:off x="622715" y="5155111"/>
            <a:ext cx="3153369" cy="2191226"/>
            <a:chOff x="622715" y="5155111"/>
            <a:chExt cx="3153369" cy="2191226"/>
          </a:xfrm>
        </p:grpSpPr>
        <p:pic>
          <p:nvPicPr>
            <p:cNvPr id="21" name="Picture 20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745826" y="5155111"/>
              <a:ext cx="2907148" cy="2178502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D6E2EE9-03DC-4BA9-8B9A-025EDCB89A07}"/>
                </a:ext>
              </a:extLst>
            </p:cNvPr>
            <p:cNvSpPr txBox="1"/>
            <p:nvPr/>
          </p:nvSpPr>
          <p:spPr>
            <a:xfrm>
              <a:off x="1261035" y="7100116"/>
              <a:ext cx="42832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CycE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6DCE08F-E536-491F-987A-0E66C41F2A35}"/>
                </a:ext>
              </a:extLst>
            </p:cNvPr>
            <p:cNvSpPr txBox="1"/>
            <p:nvPr/>
          </p:nvSpPr>
          <p:spPr>
            <a:xfrm>
              <a:off x="2792787" y="6977005"/>
              <a:ext cx="43954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CycA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4917FF0-413A-4E76-AD08-2577E3E6AE68}"/>
                </a:ext>
              </a:extLst>
            </p:cNvPr>
            <p:cNvSpPr txBox="1"/>
            <p:nvPr/>
          </p:nvSpPr>
          <p:spPr>
            <a:xfrm rot="16200000">
              <a:off x="492391" y="6121251"/>
              <a:ext cx="50687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Cdc20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427D2DD-844E-4CD9-B1C7-7CFC94154425}"/>
                </a:ext>
              </a:extLst>
            </p:cNvPr>
            <p:cNvSpPr txBox="1"/>
            <p:nvPr/>
          </p:nvSpPr>
          <p:spPr>
            <a:xfrm rot="5400000">
              <a:off x="3345037" y="6121251"/>
              <a:ext cx="61587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Time (h)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E91DEF4-6C95-4A41-AFB5-032AF3157457}"/>
              </a:ext>
            </a:extLst>
          </p:cNvPr>
          <p:cNvGrpSpPr/>
          <p:nvPr/>
        </p:nvGrpSpPr>
        <p:grpSpPr>
          <a:xfrm>
            <a:off x="3863906" y="5155111"/>
            <a:ext cx="3118519" cy="2178503"/>
            <a:chOff x="3863906" y="5155111"/>
            <a:chExt cx="3118519" cy="2178503"/>
          </a:xfrm>
        </p:grpSpPr>
        <p:pic>
          <p:nvPicPr>
            <p:cNvPr id="22" name="Picture 21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4024040" y="5155111"/>
              <a:ext cx="2835275" cy="2178503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3976E7A-B4B6-4DBD-9D2A-BDEEE2DB43E1}"/>
                </a:ext>
              </a:extLst>
            </p:cNvPr>
            <p:cNvSpPr txBox="1"/>
            <p:nvPr/>
          </p:nvSpPr>
          <p:spPr>
            <a:xfrm>
              <a:off x="4502226" y="7087392"/>
              <a:ext cx="42832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CycE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2C82083-064E-4A28-BC0F-A7C19237226A}"/>
                </a:ext>
              </a:extLst>
            </p:cNvPr>
            <p:cNvSpPr txBox="1"/>
            <p:nvPr/>
          </p:nvSpPr>
          <p:spPr>
            <a:xfrm>
              <a:off x="6033978" y="6964281"/>
              <a:ext cx="43954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CycA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D084DF4-99CF-419C-B5FE-14D57AF34D1D}"/>
                </a:ext>
              </a:extLst>
            </p:cNvPr>
            <p:cNvSpPr txBox="1"/>
            <p:nvPr/>
          </p:nvSpPr>
          <p:spPr>
            <a:xfrm rot="16200000">
              <a:off x="3733582" y="6108527"/>
              <a:ext cx="50687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Cdc20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877A324-FD60-4D6A-8B9B-91EBCC3C7780}"/>
                </a:ext>
              </a:extLst>
            </p:cNvPr>
            <p:cNvSpPr txBox="1"/>
            <p:nvPr/>
          </p:nvSpPr>
          <p:spPr>
            <a:xfrm rot="5400000">
              <a:off x="6551378" y="6121252"/>
              <a:ext cx="61587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Time (h)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3621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65943" y="1219200"/>
            <a:ext cx="5413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Predicted division, death, and quiescence rates with population dynamics</a:t>
            </a:r>
          </a:p>
        </p:txBody>
      </p:sp>
    </p:spTree>
    <p:extLst>
      <p:ext uri="{BB962C8B-B14F-4D97-AF65-F5344CB8AC3E}">
        <p14:creationId xmlns:p14="http://schemas.microsoft.com/office/powerpoint/2010/main" val="2196203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50768</TotalTime>
  <Words>191</Words>
  <Application>Microsoft Office PowerPoint</Application>
  <PresentationFormat>Custom</PresentationFormat>
  <Paragraphs>80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searfoam</dc:creator>
  <cp:lastModifiedBy>Austin O</cp:lastModifiedBy>
  <cp:revision>48</cp:revision>
  <dcterms:created xsi:type="dcterms:W3CDTF">2020-06-19T16:19:42Z</dcterms:created>
  <dcterms:modified xsi:type="dcterms:W3CDTF">2020-09-22T15:51:17Z</dcterms:modified>
</cp:coreProperties>
</file>